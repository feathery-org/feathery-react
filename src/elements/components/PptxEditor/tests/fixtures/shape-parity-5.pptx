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5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4.xml"/>
  <Override ContentType="application/vnd.openxmlformats-officedocument.presentationml.slide+xml" PartName="/ppt/slides/slide22.xml"/>
  <Override ContentType="application/vnd.openxmlformats-officedocument.presentationml.presentation.main+xml" PartName="/ppt/presentation.xml"/>
  <Override ContentType="application/vnd.openxmlformats-officedocument.theme+xml" PartName="/ppt/theme/theme1.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0" r:id="rId5"/>
  </p:sldMasterIdLst>
  <p:sldIdLst>
    <p:sldId id="259" r:id="rId10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_rels/presentation.xml.rels><Relationships xmlns="http://schemas.openxmlformats.org/package/2006/relationships"><Relationship Id="rId5" Type="http://schemas.openxmlformats.org/officeDocument/2006/relationships/slideMaster" Target="slideMasters/slideMaster2.xml"/><Relationship Id="rId28" Type="http://schemas.openxmlformats.org/officeDocument/2006/relationships/slide" Target="slides/slide22.xml"/><Relationship Id="rId10" Type="http://schemas.openxmlformats.org/officeDocument/2006/relationships/slide" Target="slides/slide4.xml"/></Relationships>
</file>

<file path=ppt/slideLayouts/_rels/slideLayout15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3" name="Google Shape;553;p35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4" name="Google Shape;554;p35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5" name="Google Shape;555;p35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6" name="Google Shape;556;p35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7" name="Google Shape;557;p35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35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9" name="Google Shape;559;p35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0" name="Google Shape;560;p35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1" name="Google Shape;561;p35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2" name="Google Shape;562;p35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3" name="Google Shape;563;p35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35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5" name="Google Shape;565;p35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35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35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68" name="Google Shape;568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35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2.xml.rels><Relationships xmlns="http://schemas.openxmlformats.org/package/2006/relationships"><Relationship Id="rId81" Type="http://schemas.openxmlformats.org/officeDocument/2006/relationships/theme" Target="../theme/theme1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97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4</a:t>
            </a:r>
            <a:endParaRPr sz="1500"/>
          </a:p>
        </p:txBody>
      </p:sp>
      <p:sp>
        <p:nvSpPr>
          <p:cNvPr id="1568" name="Google Shape;1568;p97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3</a:t>
            </a:r>
            <a:endParaRPr sz="1500"/>
          </a:p>
        </p:txBody>
      </p:sp>
      <p:sp>
        <p:nvSpPr>
          <p:cNvPr id="1569" name="Google Shape;1569;p97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2</a:t>
            </a:r>
            <a:endParaRPr sz="1500"/>
          </a:p>
        </p:txBody>
      </p:sp>
      <p:sp>
        <p:nvSpPr>
          <p:cNvPr id="1570" name="Google Shape;1570;p97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1</a:t>
            </a:r>
            <a:endParaRPr sz="1500"/>
          </a:p>
        </p:txBody>
      </p:sp>
      <p:sp>
        <p:nvSpPr>
          <p:cNvPr id="1571" name="Google Shape;1571;p97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1572" name="Google Shape;1572;p9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73" name="Google Shape;1573;p9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574" name="Google Shape;1574;p97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575" name="Google Shape;1575;p97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Summarize your meeting topics</a:t>
            </a:r>
            <a:endParaRPr/>
          </a:p>
        </p:txBody>
      </p:sp>
      <p:sp>
        <p:nvSpPr>
          <p:cNvPr id="1576" name="Google Shape;1576;p97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Add a meeting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topic</a:t>
            </a:r>
            <a:endParaRPr/>
          </a:p>
        </p:txBody>
      </p:sp>
      <p:sp>
        <p:nvSpPr>
          <p:cNvPr id="1577" name="Google Shape;1577;p97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Add a meeting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topic</a:t>
            </a:r>
            <a:endParaRPr/>
          </a:p>
        </p:txBody>
      </p:sp>
      <p:sp>
        <p:nvSpPr>
          <p:cNvPr id="1578" name="Google Shape;1578;p97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Add a meeting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topic</a:t>
            </a:r>
            <a:endParaRPr/>
          </a:p>
        </p:txBody>
      </p:sp>
      <p:sp>
        <p:nvSpPr>
          <p:cNvPr id="1579" name="Google Shape;1579;p97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Add a meeting topic</a:t>
            </a:r>
            <a:endParaRPr/>
          </a:p>
        </p:txBody>
      </p:sp>
      <p:cxnSp>
        <p:nvCxnSpPr>
          <p:cNvPr id="1580" name="Google Shape;1580;p9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1" name="Google Shape;1581;p9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82" name="Google Shape;1582;p97"/>
          <p:cNvGrpSpPr/>
          <p:nvPr/>
        </p:nvGrpSpPr>
        <p:grpSpPr>
          <a:xfrm rot="5400000">
            <a:off x="595827" y="890398"/>
            <a:ext cx="369896" cy="333900"/>
            <a:chOff x="96076" y="654376"/>
            <a:chExt cx="369896" cy="333900"/>
          </a:xfrm>
        </p:grpSpPr>
        <p:cxnSp>
          <p:nvCxnSpPr>
            <p:cNvPr id="1583" name="Google Shape;1583;p9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4" name="Google Shape;1584;p9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85" name="Google Shape;1585;p9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586" name="Google Shape;1586;p97"/>
          <p:cNvCxnSpPr/>
          <p:nvPr/>
        </p:nvCxnSpPr>
        <p:spPr>
          <a:xfrm>
            <a:off x="4861900" y="2897900"/>
            <a:ext cx="0" cy="224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7" name="Google Shape;1587;p97"/>
          <p:cNvCxnSpPr/>
          <p:nvPr/>
        </p:nvCxnSpPr>
        <p:spPr>
          <a:xfrm>
            <a:off x="2950738" y="2897900"/>
            <a:ext cx="0" cy="224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8" name="Google Shape;1588;p97"/>
          <p:cNvCxnSpPr/>
          <p:nvPr/>
        </p:nvCxnSpPr>
        <p:spPr>
          <a:xfrm rot="10800000">
            <a:off x="1040500" y="2897900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9" name="Google Shape;1589;p9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0" name="Google Shape;1590;p97"/>
          <p:cNvCxnSpPr/>
          <p:nvPr/>
        </p:nvCxnSpPr>
        <p:spPr>
          <a:xfrm>
            <a:off x="6771475" y="2897900"/>
            <a:ext cx="0" cy="224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1" name="Google Shape;1591;p9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2" name="Google Shape;1592;p9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9" name="Google Shape;2409;p115"/>
          <p:cNvGrpSpPr/>
          <p:nvPr/>
        </p:nvGrpSpPr>
        <p:grpSpPr>
          <a:xfrm rot="5400000">
            <a:off x="592728" y="890697"/>
            <a:ext cx="369896" cy="333900"/>
            <a:chOff x="96076" y="654376"/>
            <a:chExt cx="369896" cy="333900"/>
          </a:xfrm>
        </p:grpSpPr>
        <p:cxnSp>
          <p:nvCxnSpPr>
            <p:cNvPr id="2410" name="Google Shape;2410;p11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11" name="Google Shape;2411;p11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12" name="Google Shape;2412;p11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413" name="Google Shape;2413;p115"/>
          <p:cNvCxnSpPr/>
          <p:nvPr/>
        </p:nvCxnSpPr>
        <p:spPr>
          <a:xfrm>
            <a:off x="6771475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4" name="Google Shape;2414;p115"/>
          <p:cNvCxnSpPr/>
          <p:nvPr/>
        </p:nvCxnSpPr>
        <p:spPr>
          <a:xfrm>
            <a:off x="4861906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5" name="Google Shape;2415;p115"/>
          <p:cNvCxnSpPr/>
          <p:nvPr/>
        </p:nvCxnSpPr>
        <p:spPr>
          <a:xfrm>
            <a:off x="2950750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6" name="Google Shape;2416;p11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7" name="Google Shape;2417;p11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8" name="Google Shape;2418;p11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9" name="Google Shape;2419;p115"/>
          <p:cNvCxnSpPr/>
          <p:nvPr/>
        </p:nvCxnSpPr>
        <p:spPr>
          <a:xfrm rot="10800000">
            <a:off x="1040600" y="2343750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0" name="Google Shape;2420;p11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1" name="Google Shape;2421;p115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22" name="Google Shape;2422;p115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Thanks for participating</a:t>
            </a:r>
            <a:endParaRPr/>
          </a:p>
        </p:txBody>
      </p:sp>
      <p:sp>
        <p:nvSpPr>
          <p:cNvPr id="2423" name="Google Shape;2423;p115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2</a:t>
            </a:r>
            <a:endParaRPr sz="1500"/>
          </a:p>
        </p:txBody>
      </p:sp>
      <p:sp>
        <p:nvSpPr>
          <p:cNvPr id="2424" name="Google Shape;2424;p115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25" name="Google Shape;2425;p115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1</a:t>
            </a:r>
            <a:endParaRPr sz="1500"/>
          </a:p>
        </p:txBody>
      </p:sp>
      <p:sp>
        <p:nvSpPr>
          <p:cNvPr id="2426" name="Google Shape;2426;p115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27" name="Google Shape;2427;p115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3</a:t>
            </a:r>
            <a:endParaRPr sz="1500"/>
          </a:p>
        </p:txBody>
      </p:sp>
      <p:sp>
        <p:nvSpPr>
          <p:cNvPr id="2428" name="Google Shape;2428;p115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29" name="Google Shape;2429;p115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30" name="Google Shape;2430;p115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31" name="Google Shape;2431;p115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4</a:t>
            </a:r>
            <a:endParaRPr sz="1500"/>
          </a:p>
        </p:txBody>
      </p:sp>
      <p:sp>
        <p:nvSpPr>
          <p:cNvPr id="2432" name="Google Shape;2432;p115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33" name="Google Shape;2433;p115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34" name="Google Shape;2434;p115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2435" name="Google Shape;2435;p115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2436" name="Google Shape;2436;p115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2437" name="Google Shape;2437;p115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solidFill>
                  <a:schemeClr val="lt2"/>
                </a:solidFill>
              </a:rPr>
              <a:t>Let’s discuss these topics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