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Capability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Speed</c:v>
                </c:pt>
                <c:pt idx="1">
                  <c:v>Fidelity</c:v>
                </c:pt>
                <c:pt idx="2">
                  <c:v>Coverage</c:v>
                </c:pt>
                <c:pt idx="3">
                  <c:v>Docs</c:v>
                </c:pt>
                <c:pt idx="4">
                  <c:v>API</c:v>
                </c:pt>
                <c:pt idx="5">
                  <c:v>Theming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Previous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Speed</c:v>
                </c:pt>
                <c:pt idx="1">
                  <c:v>Fidelity</c:v>
                </c:pt>
                <c:pt idx="2">
                  <c:v>Coverage</c:v>
                </c:pt>
                <c:pt idx="3">
                  <c:v>Docs</c:v>
                </c:pt>
                <c:pt idx="4">
                  <c:v>API</c:v>
                </c:pt>
                <c:pt idx="5">
                  <c:v>Theming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/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