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65" r:id="rId16"/>
  </p:sldIdLst>
  <p:sldSz cy="5143500" cx="9144000"/>
  <p:notesSz cx="6858000" cy="9144000"/>
  <p:embeddedFontLst>
    <p:embeddedFont>
      <p:font typeface="Inter"/>
      <p:regular r:id="rId40"/>
      <p:bold r:id="rId41"/>
      <p:italic r:id="rId42"/>
      <p:boldItalic r:id="rId43"/>
    </p:embeddedFont>
    <p:embeddedFont>
      <p:font typeface="Inter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ns3:sldGuideLst>
        <ns3:guide id="1" orient="horz" pos="1620">
          <ns3:clr>
            <a:srgbClr val="747775"/>
          </ns3:clr>
        </ns3:guide>
        <ns3:guide id="2" pos="2880">
          <ns3:clr>
            <a:srgbClr val="747775"/>
          </ns3:clr>
        </ns3:guide>
      </ns3:sldGuideLst>
    </p:ext>
  </p:extLst>
</p:presentation>
</file>

<file path=ppt/_rels/presentation.xml.rels><Relationships xmlns="http://schemas.openxmlformats.org/package/2006/relationships"><Relationship Id="rId5" Type="http://schemas.openxmlformats.org/officeDocument/2006/relationships/slideMaster" Target="slideMasters/slideMaster2.xml" /><Relationship Id="rId16" Type="http://schemas.openxmlformats.org/officeDocument/2006/relationships/slide" Target="slides/slide10.xml" /></Relationships>
</file>

<file path=ppt/slideLayouts/_rels/slideLayout14.xml.rels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2.xml.rels><Relationships xmlns="http://schemas.openxmlformats.org/package/2006/relationships"><Relationship Id="rId46" Type="http://schemas.openxmlformats.org/officeDocument/2006/relationships/theme" Target="../theme/theme1.xml" /><Relationship Id="rId3" Type="http://schemas.openxmlformats.org/officeDocument/2006/relationships/slideLayout" Target="../slideLayouts/slideLayout14.xml" /></Relationships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25" name="Google Shape;625;p68"/>
          <p:cNvGrpSpPr/>
          <p:nvPr/>
        </p:nvGrpSpPr>
        <p:grpSpPr>
          <a:xfrm>
            <a:off x="284850" y="1609021"/>
            <a:ext cx="8571900" cy="3074704"/>
            <a:chOff x="284850" y="1609021"/>
            <a:chExt cx="8571900" cy="3074704"/>
          </a:xfrm>
        </p:grpSpPr>
        <p:sp>
          <p:nvSpPr>
            <p:cNvPr id="628" name="Google Shape;628;p68"/>
            <p:cNvSpPr txBox="1"/>
            <p:nvPr/>
          </p:nvSpPr>
          <p:spPr>
            <a:xfrm>
              <a:off x="294550" y="1609025"/>
              <a:ext cx="35046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Company name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52" name="Google Shape;652;p68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stakeholders</a:t>
            </a:r>
            <a:endParaRPr/>
          </a:p>
        </p:txBody>
      </p:sp>
      <p:sp>
        <p:nvSpPr>
          <p:cNvPr id="653" name="Google Shape;653;p6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54" name="Google Shape;654;p6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