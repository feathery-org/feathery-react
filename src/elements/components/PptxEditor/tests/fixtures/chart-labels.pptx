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Revenue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Legend series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</c:v>
                </c:pt>
                <c:pt idx="1">
                  <c:v>5</c:v>
                </c:pt>
                <c:pt idx="2">
                  <c:v>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Quarter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t>Revenue ($M)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914400" y="914400"/>
          <a:ext cx="64008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