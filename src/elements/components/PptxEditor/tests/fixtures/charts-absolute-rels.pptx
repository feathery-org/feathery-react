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Signups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Mix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Services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365760" y="457200"/>
          <a:ext cx="36576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0" y="457200"/>
          <a:ext cx="402336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86000" y="3291840"/>
          <a:ext cx="4572000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