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7" r:id="rId8"/>
    <p:sldId id="269" r:id="rId20"/>
  </p:sldIdLst>
  <p:sldSz cy="5143500" cx="9144000"/>
  <p:notesSz cx="6858000" cy="9144000"/>
  <p:embeddedFontLst>
    <p:embeddedFont>
      <p:font typeface="Inter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20" Type="http://schemas.openxmlformats.org/officeDocument/2006/relationships/slide" Target="slides/slide14.xml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22" Type="http://schemas.openxmlformats.org/officeDocument/2006/relationships/slide" Target="slides/slide16.xml"/><Relationship Id="rId44" Type="http://schemas.openxmlformats.org/officeDocument/2006/relationships/font" Target="fonts/InterMedium-regular.fntdata"/><Relationship Id="rId21" Type="http://schemas.openxmlformats.org/officeDocument/2006/relationships/slide" Target="slides/slide15.xml"/><Relationship Id="rId43" Type="http://schemas.openxmlformats.org/officeDocument/2006/relationships/font" Target="fonts/Inter-boldItalic.fntdata"/><Relationship Id="rId24" Type="http://schemas.openxmlformats.org/officeDocument/2006/relationships/slide" Target="slides/slide18.xml"/><Relationship Id="rId46" Type="http://schemas.openxmlformats.org/officeDocument/2006/relationships/font" Target="fonts/InterMedium-italic.fntdata"/><Relationship Id="rId23" Type="http://schemas.openxmlformats.org/officeDocument/2006/relationships/slide" Target="slides/slide17.xml"/><Relationship Id="rId45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InterMedium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h7233ddb0858462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h7233ddb0858462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7233ddb085846255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h7233ddb085846255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7233ddb085846255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h7233ddb085846255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h7233ddb085846255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h7233ddb085846255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h7233ddb085846255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h7233ddb085846255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h7233ddb085846255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h7233ddb085846255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h7233ddb085846255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h7233ddb085846255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7233ddb085846255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h7233ddb085846255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h7233ddb085846255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h7233ddb085846255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h7233ddb085846255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h7233ddb085846255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h7233ddb085846255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h7233ddb085846255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h7233ddb085846255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h7233ddb085846255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h7233ddb085846255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h7233ddb085846255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h7233ddb085846255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h7233ddb085846255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h7233ddb085846255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h7233ddb085846255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h7233ddb085846255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h7233ddb085846255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h7233ddb085846255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h7233ddb085846255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h7233ddb085846255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h7233ddb085846255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h7233ddb085846255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h7233ddb085846255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h7233ddb085846255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h7233ddb085846255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h7233ddb085846255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h7233ddb085846255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h7233ddb085846255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h7233ddb085846255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h7233ddb085846255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h7233ddb085846255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h7233ddb085846255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h7233ddb085846255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h7233ddb085846255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h7233ddb085846255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7233ddb085846255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7233ddb085846255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h7233ddb085846255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h7233ddb085846255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h7233ddb085846255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h7233ddb085846255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h7233ddb085846255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h7233ddb085846255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h7233ddb085846255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h7233ddb085846255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h7233ddb085846255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h7233ddb085846255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h7233ddb085846255_0_1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h7233ddb085846255_0_1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h7233ddb085846255_0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h7233ddb085846255_0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0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Project Timeline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2"/>
          <p:cNvSpPr txBox="1"/>
          <p:nvPr/>
        </p:nvSpPr>
        <p:spPr>
          <a:xfrm>
            <a:off x="6086100" y="283275"/>
            <a:ext cx="27708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This is a RACI diagram. It shows which team members are responsible, accountable, consulted, or informed at each stage of the project.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2" name="Google Shape;772;p72"/>
          <p:cNvGrpSpPr/>
          <p:nvPr/>
        </p:nvGrpSpPr>
        <p:grpSpPr>
          <a:xfrm>
            <a:off x="284850" y="2173250"/>
            <a:ext cx="8572050" cy="2510475"/>
            <a:chOff x="284850" y="2173250"/>
            <a:chExt cx="8572050" cy="2510475"/>
          </a:xfrm>
        </p:grpSpPr>
        <p:cxnSp>
          <p:nvCxnSpPr>
            <p:cNvPr id="773" name="Google Shape;773;p72"/>
            <p:cNvCxnSpPr/>
            <p:nvPr/>
          </p:nvCxnSpPr>
          <p:spPr>
            <a:xfrm>
              <a:off x="284850" y="2173250"/>
              <a:ext cx="2056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4" name="Google Shape;774;p72"/>
            <p:cNvCxnSpPr/>
            <p:nvPr/>
          </p:nvCxnSpPr>
          <p:spPr>
            <a:xfrm>
              <a:off x="284850" y="4683725"/>
              <a:ext cx="2056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5" name="Google Shape;775;p72"/>
            <p:cNvSpPr/>
            <p:nvPr/>
          </p:nvSpPr>
          <p:spPr>
            <a:xfrm>
              <a:off x="284856" y="2378350"/>
              <a:ext cx="296700" cy="29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</a:t>
              </a:r>
              <a:endPara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6" name="Google Shape;776;p72"/>
            <p:cNvSpPr/>
            <p:nvPr/>
          </p:nvSpPr>
          <p:spPr>
            <a:xfrm>
              <a:off x="284850" y="2725644"/>
              <a:ext cx="296700" cy="296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7" name="Google Shape;777;p72"/>
            <p:cNvSpPr/>
            <p:nvPr/>
          </p:nvSpPr>
          <p:spPr>
            <a:xfrm>
              <a:off x="284866" y="3072938"/>
              <a:ext cx="296700" cy="296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8" name="Google Shape;778;p72"/>
            <p:cNvSpPr/>
            <p:nvPr/>
          </p:nvSpPr>
          <p:spPr>
            <a:xfrm>
              <a:off x="284860" y="3420232"/>
              <a:ext cx="296700" cy="29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I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9" name="Google Shape;779;p72"/>
            <p:cNvSpPr txBox="1"/>
            <p:nvPr/>
          </p:nvSpPr>
          <p:spPr>
            <a:xfrm>
              <a:off x="682069" y="2411950"/>
              <a:ext cx="1283700" cy="13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Responsible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Accountable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Consulted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Informed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80" name="Google Shape;780;p72"/>
            <p:cNvGrpSpPr/>
            <p:nvPr/>
          </p:nvGrpSpPr>
          <p:grpSpPr>
            <a:xfrm>
              <a:off x="2456700" y="2173250"/>
              <a:ext cx="6400200" cy="2510475"/>
              <a:chOff x="2456700" y="2173250"/>
              <a:chExt cx="6400200" cy="2510475"/>
            </a:xfrm>
          </p:grpSpPr>
          <p:sp>
            <p:nvSpPr>
              <p:cNvPr id="781" name="Google Shape;781;p72"/>
              <p:cNvSpPr/>
              <p:nvPr/>
            </p:nvSpPr>
            <p:spPr>
              <a:xfrm>
                <a:off x="4209900" y="2750800"/>
                <a:ext cx="345900" cy="345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R</a:t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2" name="Google Shape;782;p72"/>
              <p:cNvSpPr/>
              <p:nvPr/>
            </p:nvSpPr>
            <p:spPr>
              <a:xfrm>
                <a:off x="4209893" y="3760300"/>
                <a:ext cx="345900" cy="3459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A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3" name="Google Shape;783;p72"/>
              <p:cNvSpPr/>
              <p:nvPr/>
            </p:nvSpPr>
            <p:spPr>
              <a:xfrm>
                <a:off x="5483861" y="2750800"/>
                <a:ext cx="345900" cy="345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C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4" name="Google Shape;784;p72"/>
              <p:cNvSpPr/>
              <p:nvPr/>
            </p:nvSpPr>
            <p:spPr>
              <a:xfrm>
                <a:off x="8041829" y="2750800"/>
                <a:ext cx="345900" cy="345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I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5" name="Google Shape;785;p72"/>
              <p:cNvSpPr/>
              <p:nvPr/>
            </p:nvSpPr>
            <p:spPr>
              <a:xfrm>
                <a:off x="8041829" y="3255550"/>
                <a:ext cx="345900" cy="345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I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6" name="Google Shape;786;p72"/>
              <p:cNvSpPr/>
              <p:nvPr/>
            </p:nvSpPr>
            <p:spPr>
              <a:xfrm>
                <a:off x="4209904" y="3255550"/>
                <a:ext cx="345900" cy="345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I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7" name="Google Shape;787;p72"/>
              <p:cNvSpPr/>
              <p:nvPr/>
            </p:nvSpPr>
            <p:spPr>
              <a:xfrm>
                <a:off x="5483856" y="3760300"/>
                <a:ext cx="345900" cy="3459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A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8" name="Google Shape;788;p72"/>
              <p:cNvSpPr/>
              <p:nvPr/>
            </p:nvSpPr>
            <p:spPr>
              <a:xfrm>
                <a:off x="5483856" y="3255550"/>
                <a:ext cx="345900" cy="3459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A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9" name="Google Shape;789;p72"/>
              <p:cNvSpPr/>
              <p:nvPr/>
            </p:nvSpPr>
            <p:spPr>
              <a:xfrm>
                <a:off x="6762849" y="2750800"/>
                <a:ext cx="345900" cy="345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C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0" name="Google Shape;790;p72"/>
              <p:cNvSpPr/>
              <p:nvPr/>
            </p:nvSpPr>
            <p:spPr>
              <a:xfrm>
                <a:off x="6762849" y="3255550"/>
                <a:ext cx="345900" cy="345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C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1" name="Google Shape;791;p72"/>
              <p:cNvSpPr/>
              <p:nvPr/>
            </p:nvSpPr>
            <p:spPr>
              <a:xfrm>
                <a:off x="6762849" y="4255000"/>
                <a:ext cx="345900" cy="3459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C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2" name="Google Shape;792;p72"/>
              <p:cNvSpPr/>
              <p:nvPr/>
            </p:nvSpPr>
            <p:spPr>
              <a:xfrm>
                <a:off x="4209900" y="4265050"/>
                <a:ext cx="345900" cy="345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R</a:t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3" name="Google Shape;793;p72"/>
              <p:cNvSpPr/>
              <p:nvPr/>
            </p:nvSpPr>
            <p:spPr>
              <a:xfrm>
                <a:off x="5486375" y="4265050"/>
                <a:ext cx="345900" cy="345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R</a:t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4" name="Google Shape;794;p72"/>
              <p:cNvSpPr/>
              <p:nvPr/>
            </p:nvSpPr>
            <p:spPr>
              <a:xfrm>
                <a:off x="8041831" y="3760300"/>
                <a:ext cx="345900" cy="3459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A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5" name="Google Shape;795;p72"/>
              <p:cNvSpPr/>
              <p:nvPr/>
            </p:nvSpPr>
            <p:spPr>
              <a:xfrm>
                <a:off x="6762842" y="3755275"/>
                <a:ext cx="345900" cy="345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I</a:t>
                </a:r>
                <a:endParaRPr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6" name="Google Shape;796;p72"/>
              <p:cNvSpPr/>
              <p:nvPr/>
            </p:nvSpPr>
            <p:spPr>
              <a:xfrm>
                <a:off x="8039325" y="4265050"/>
                <a:ext cx="345900" cy="345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rPr>
                  <a:t>R</a:t>
                </a:r>
                <a:endParaRPr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797" name="Google Shape;797;p72"/>
              <p:cNvCxnSpPr/>
              <p:nvPr/>
            </p:nvCxnSpPr>
            <p:spPr>
              <a:xfrm>
                <a:off x="2456700" y="2675345"/>
                <a:ext cx="6400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8" name="Google Shape;798;p72"/>
              <p:cNvCxnSpPr/>
              <p:nvPr/>
            </p:nvCxnSpPr>
            <p:spPr>
              <a:xfrm>
                <a:off x="2456700" y="3177440"/>
                <a:ext cx="6400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99" name="Google Shape;799;p72"/>
              <p:cNvCxnSpPr/>
              <p:nvPr/>
            </p:nvCxnSpPr>
            <p:spPr>
              <a:xfrm>
                <a:off x="2456700" y="3679535"/>
                <a:ext cx="6400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0" name="Google Shape;800;p72"/>
              <p:cNvCxnSpPr/>
              <p:nvPr/>
            </p:nvCxnSpPr>
            <p:spPr>
              <a:xfrm>
                <a:off x="2456700" y="4181630"/>
                <a:ext cx="6400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1" name="Google Shape;801;p72"/>
              <p:cNvCxnSpPr/>
              <p:nvPr/>
            </p:nvCxnSpPr>
            <p:spPr>
              <a:xfrm>
                <a:off x="2456700" y="2173250"/>
                <a:ext cx="6400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2" name="Google Shape;802;p72"/>
              <p:cNvCxnSpPr/>
              <p:nvPr/>
            </p:nvCxnSpPr>
            <p:spPr>
              <a:xfrm>
                <a:off x="2456700" y="4683725"/>
                <a:ext cx="6400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03" name="Google Shape;803;p72"/>
              <p:cNvSpPr txBox="1"/>
              <p:nvPr/>
            </p:nvSpPr>
            <p:spPr>
              <a:xfrm>
                <a:off x="6294600" y="2265981"/>
                <a:ext cx="1282200" cy="34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Full Name</a:t>
                </a:r>
                <a:endParaRPr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Title</a:t>
                </a:r>
                <a:endParaRPr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4" name="Google Shape;804;p72"/>
              <p:cNvSpPr txBox="1"/>
              <p:nvPr/>
            </p:nvSpPr>
            <p:spPr>
              <a:xfrm>
                <a:off x="7571175" y="2265981"/>
                <a:ext cx="1282200" cy="34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Full Name</a:t>
                </a:r>
                <a:endParaRPr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Title</a:t>
                </a:r>
                <a:endParaRPr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5" name="Google Shape;805;p72"/>
              <p:cNvSpPr txBox="1"/>
              <p:nvPr/>
            </p:nvSpPr>
            <p:spPr>
              <a:xfrm>
                <a:off x="5015713" y="2265981"/>
                <a:ext cx="1282200" cy="34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Full Name</a:t>
                </a:r>
                <a:endParaRPr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Title</a:t>
                </a:r>
                <a:endParaRPr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6" name="Google Shape;806;p72"/>
              <p:cNvSpPr txBox="1"/>
              <p:nvPr/>
            </p:nvSpPr>
            <p:spPr>
              <a:xfrm>
                <a:off x="3741738" y="2265981"/>
                <a:ext cx="1282200" cy="34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Full Name</a:t>
                </a:r>
                <a:endParaRPr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Title</a:t>
                </a:r>
                <a:endParaRPr sz="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descr="A chart showing which team members are responsible, accountable, consulted, and informed in regard to various project phases and tasks. " id="807" name="Google Shape;807;p72"/>
              <p:cNvSpPr txBox="1"/>
              <p:nvPr/>
            </p:nvSpPr>
            <p:spPr>
              <a:xfrm>
                <a:off x="2460263" y="2765545"/>
                <a:ext cx="1282200" cy="34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Project phase 1</a:t>
                </a:r>
                <a:endParaRPr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8" name="Google Shape;808;p72"/>
              <p:cNvSpPr txBox="1"/>
              <p:nvPr/>
            </p:nvSpPr>
            <p:spPr>
              <a:xfrm>
                <a:off x="2460263" y="3265120"/>
                <a:ext cx="1282200" cy="34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Project phase 2</a:t>
                </a:r>
                <a:endParaRPr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9" name="Google Shape;809;p72"/>
              <p:cNvSpPr txBox="1"/>
              <p:nvPr/>
            </p:nvSpPr>
            <p:spPr>
              <a:xfrm>
                <a:off x="2460263" y="3768026"/>
                <a:ext cx="1282200" cy="34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Project phase 3</a:t>
                </a:r>
                <a:endParaRPr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0" name="Google Shape;810;p72"/>
              <p:cNvSpPr txBox="1"/>
              <p:nvPr/>
            </p:nvSpPr>
            <p:spPr>
              <a:xfrm>
                <a:off x="2460263" y="4270931"/>
                <a:ext cx="1282200" cy="34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Project phase 4</a:t>
                </a:r>
                <a:endParaRPr sz="10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