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/>
      <a:tcStyle>
        <a:tcBdr/>
        <a:fill>
          <a:solidFill>
            <a:srgbClr val="E6F0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/>
      <a:tcStyle>
        <a:tcBdr/>
        <a:fill>
          <a:solidFill>
            <a:srgbClr val="EAF8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CDDF"/>
          </a:solidFill>
        </a:fill>
      </a:tcStyle>
    </a:wholeTbl>
    <a:band2H>
      <a:tcTxStyle/>
      <a:tcStyle>
        <a:tcBdr/>
        <a:fill>
          <a:solidFill>
            <a:srgbClr val="FFE8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279"/>
    <p:restoredTop sz="94516"/>
  </p:normalViewPr>
  <p:slideViewPr>
    <p:cSldViewPr snapToGrid="0">
      <p:cViewPr varScale="1">
        <p:scale>
          <a:sx n="40" d="100"/>
          <a:sy n="40" d="100"/>
        </p:scale>
        <p:origin x="248" y="3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err="1"/>
              <a:t>feathery.add_chart</a:t>
            </a:r>
            <a:r>
              <a:rPr lang="en-US" dirty="0"/>
              <a:t> = </a:t>
            </a:r>
            <a:r>
              <a:rPr lang="en-US" dirty="0" err="1"/>
              <a:t>my_chart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341664866457937"/>
          <c:y val="0.10180761998712781"/>
          <c:w val="0.85060712629792135"/>
          <c:h val="0.7712414794144286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78-9D43-9971-BB1AFED120F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F78-9D43-9971-BB1AFED120F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F78-9D43-9971-BB1AFED120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61594895"/>
        <c:axId val="661596607"/>
      </c:barChart>
      <c:catAx>
        <c:axId val="6615948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1596607"/>
        <c:crosses val="autoZero"/>
        <c:auto val="1"/>
        <c:lblAlgn val="ctr"/>
        <c:lblOffset val="100"/>
        <c:noMultiLvlLbl val="0"/>
      </c:catAx>
      <c:valAx>
        <c:axId val="6615966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15948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l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err="1"/>
              <a:t>feathery.add_chart</a:t>
            </a:r>
            <a:r>
              <a:rPr lang="en-US" dirty="0"/>
              <a:t> = </a:t>
            </a:r>
            <a:r>
              <a:rPr lang="en-US" dirty="0" err="1"/>
              <a:t>my_pie_chart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5373462737660781E-2"/>
          <c:y val="0.10559105948024103"/>
          <c:w val="0.94836349175619583"/>
          <c:h val="0.6624859062511553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8B-9C4F-B295-14DB9E26B15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78B-9C4F-B295-14DB9E26B15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78B-9C4F-B295-14DB9E26B1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61594895"/>
        <c:axId val="661596607"/>
      </c:barChart>
      <c:catAx>
        <c:axId val="6615948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1596607"/>
        <c:crosses val="autoZero"/>
        <c:auto val="1"/>
        <c:lblAlgn val="ctr"/>
        <c:lblOffset val="100"/>
        <c:noMultiLvlLbl val="0"/>
      </c:catAx>
      <c:valAx>
        <c:axId val="6615966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15948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3.8135153707898696E-2"/>
          <c:y val="0.89044035648712927"/>
          <c:w val="0.93260044467846259"/>
          <c:h val="9.488828201052332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4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Normal</a:t>
            </a:r>
            <a:r>
              <a:rPr lang="en-US" baseline="0" dirty="0"/>
              <a:t> chart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82-7343-9387-7195433A4EE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882-7343-9387-7195433A4EE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882-7343-9387-7195433A4E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61594895"/>
        <c:axId val="661596607"/>
      </c:barChart>
      <c:catAx>
        <c:axId val="6615948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1596607"/>
        <c:crosses val="autoZero"/>
        <c:auto val="1"/>
        <c:lblAlgn val="ctr"/>
        <c:lblOffset val="100"/>
        <c:noMultiLvlLbl val="0"/>
      </c:catAx>
      <c:valAx>
        <c:axId val="6615966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15948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err="1"/>
              <a:t>feathery.add_chart</a:t>
            </a:r>
            <a:r>
              <a:rPr lang="en-US" dirty="0"/>
              <a:t> = </a:t>
            </a:r>
            <a:r>
              <a:rPr lang="en-US" dirty="0" err="1"/>
              <a:t>my_line_chart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3118645272266767E-2"/>
          <c:y val="0.10180761998712781"/>
          <c:w val="0.94611809965098115"/>
          <c:h val="0.7712414794144286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1B-A743-9DE5-223328A0D5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51B-A743-9DE5-223328A0D5B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51B-A743-9DE5-223328A0D5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61594895"/>
        <c:axId val="661596607"/>
      </c:barChart>
      <c:catAx>
        <c:axId val="6615948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1596607"/>
        <c:crosses val="autoZero"/>
        <c:auto val="1"/>
        <c:lblAlgn val="ctr"/>
        <c:lblOffset val="100"/>
        <c:noMultiLvlLbl val="0"/>
      </c:catAx>
      <c:valAx>
        <c:axId val="6615966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15948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Notes: {{Plan Year}}, {{Plan Year End Date}}, {{ Year End}}, {{End Date}}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{{</a:t>
            </a:r>
            <a:r>
              <a:rPr lang="en-US" dirty="0" err="1"/>
              <a:t>valid_var</a:t>
            </a:r>
            <a:r>
              <a:rPr lang="en-US"/>
              <a:t>}} is fine and {{valid_var_2}} is longer</a:t>
            </a:r>
          </a:p>
        </p:txBody>
      </p:sp>
    </p:spTree>
    <p:extLst>
      <p:ext uri="{BB962C8B-B14F-4D97-AF65-F5344CB8AC3E}">
        <p14:creationId xmlns:p14="http://schemas.microsoft.com/office/powerpoint/2010/main" val="87716663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0" y="11859862"/>
            <a:ext cx="21971005" cy="63700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sz="3600" b="1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sz="3600" b="1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sz="3600" b="1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sz="3600" b="1"/>
            </a:lvl5pPr>
          </a:lstStyle>
          <a:p>
            <a:r>
              <a:t>Author and Date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5" cy="4648204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2" y="7223190"/>
            <a:ext cx="21971002" cy="1905003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Presentation Subtitle</a:t>
            </a:r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500" y="13080999"/>
            <a:ext cx="368504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2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7690" y="1106137"/>
            <a:ext cx="21968621" cy="63700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sz="3600" b="1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sz="3600" b="1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sz="3600" b="1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sz="3600" b="1"/>
            </a:lvl5pPr>
          </a:lstStyle>
          <a:p>
            <a:r>
              <a:t>Author and Date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6500" y="11609909"/>
            <a:ext cx="21971000" cy="111697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Presentation Subtitle</a:t>
            </a: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500" y="13080999"/>
            <a:ext cx="368504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4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500" y="13085233"/>
            <a:ext cx="368504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4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2372960"/>
            <a:ext cx="21971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sz="5500" b="1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sz="5500" b="1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sz="5500" b="1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21" hasCustomPrompt="1"/>
          </p:nvPr>
        </p:nvSpPr>
        <p:spPr>
          <a:prstGeom prst="rect">
            <a:avLst/>
          </a:prstGeom>
        </p:spPr>
        <p:txBody>
          <a:bodyPr numCol="1" spcCol="38100"/>
          <a:lstStyle/>
          <a:p>
            <a:r>
              <a:t>Slide bullet text</a:t>
            </a:r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2372960"/>
            <a:ext cx="9779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sz="5500" b="1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sz="5500" b="1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sz="5500" b="1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r>
              <a:t>Slide bullet text</a:t>
            </a:r>
          </a:p>
        </p:txBody>
      </p:sp>
      <p:sp>
        <p:nvSpPr>
          <p:cNvPr id="62" name="Bowl of pappardelle pasta with parsley butter, roasted hazelnuts, and shaved parmesan cheese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2372960"/>
            <a:ext cx="9779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sz="5500" b="1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sz="5500" b="1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sz="5500" b="1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2" name="Body Level One…"/>
          <p:cNvSpPr txBox="1">
            <a:spLocks noGrp="1"/>
          </p:cNvSpPr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r>
              <a:t>Slide bullet text</a:t>
            </a:r>
          </a:p>
        </p:txBody>
      </p:sp>
      <p:sp>
        <p:nvSpPr>
          <p:cNvPr id="7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2372960"/>
            <a:ext cx="9779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sz="5500" b="1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sz="5500" b="1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sz="5500" b="1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2" name="Body Level One…"/>
          <p:cNvSpPr txBox="1">
            <a:spLocks noGrp="1"/>
          </p:cNvSpPr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r>
              <a:t>Slide bullet text</a:t>
            </a:r>
          </a:p>
        </p:txBody>
      </p:sp>
      <p:sp>
        <p:nvSpPr>
          <p:cNvPr id="8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5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500" y="13085233"/>
            <a:ext cx="368504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51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00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2372960"/>
            <a:ext cx="21971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sz="5500" b="1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sz="5500" b="1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sz="5500" b="1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109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2372960"/>
            <a:ext cx="21971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sz="5500" b="1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sz="5500" b="1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sz="5500" b="1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sz="5500" b="1"/>
            </a:lvl5pPr>
          </a:lstStyle>
          <a:p>
            <a:r>
              <a:t>Agenda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0" name="Body Level One…"/>
          <p:cNvSpPr txBox="1">
            <a:spLocks noGrp="1"/>
          </p:cNvSpPr>
          <p:nvPr>
            <p:ph type="body" idx="21" hasCustomPrompt="1"/>
          </p:nvPr>
        </p:nvSpPr>
        <p:spPr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99"/>
            </a:lvl1pPr>
          </a:lstStyle>
          <a:p>
            <a:r>
              <a:t>Agenda Topics</a:t>
            </a:r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numCol="1" spcCol="38100"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5"/>
            <a:ext cx="21971000" cy="7241587"/>
          </a:xfrm>
          <a:prstGeom prst="rect">
            <a:avLst/>
          </a:prstGeom>
        </p:spPr>
        <p:txBody>
          <a:bodyPr numCol="1" spcCol="38100"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2430022" y="10675453"/>
            <a:ext cx="20200057" cy="63700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sz="3600" b="1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sz="3600" b="1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sz="3600" b="1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sz="3600" b="1"/>
            </a:lvl5pPr>
          </a:lstStyle>
          <a:p>
            <a:r>
              <a:t>Attribution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half" idx="21" hasCustomPrompt="1"/>
          </p:nvPr>
        </p:nvSpPr>
        <p:spPr>
          <a:xfrm>
            <a:off x="1753923" y="4939860"/>
            <a:ext cx="20876154" cy="3836285"/>
          </a:xfrm>
          <a:prstGeom prst="rect">
            <a:avLst/>
          </a:prstGeom>
        </p:spPr>
        <p:txBody>
          <a:bodyPr numCol="1" spcCol="38100"/>
          <a:lstStyle>
            <a:lvl1pPr marL="0" indent="169021">
              <a:spcBef>
                <a:spcPts val="0"/>
              </a:spcBef>
              <a:buSzTx/>
              <a:buNone/>
              <a:defRPr sz="8500" spc="-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“Notable Quote”</a:t>
            </a:r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, and chopsticks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145" name="Bowl with salmon cakes, salad, and hummus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146" name="Bowl of pappardelle pasta with parsley butter, roasted hazelnuts, and shaved parmesan cheese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, and chopsticks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numCol="2" spcCol="109855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3653366" y="2743200"/>
            <a:ext cx="19507201" cy="1505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500" y="13080999"/>
            <a:ext cx="368504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 spd="med"/>
  <p:txStyles>
    <p:titleStyle>
      <a:lvl1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{{valid_var}} is fine…"/>
          <p:cNvSpPr txBox="1"/>
          <p:nvPr/>
        </p:nvSpPr>
        <p:spPr>
          <a:xfrm>
            <a:off x="1206499" y="539712"/>
            <a:ext cx="21971002" cy="12687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250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{{</a:t>
            </a:r>
            <a:r>
              <a:rPr dirty="0" err="1"/>
              <a:t>valid_var</a:t>
            </a:r>
            <a:r>
              <a:rPr dirty="0"/>
              <a:t>}} is fine and {{valid_var_2}} is longer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50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rPr dirty="0" err="1"/>
              <a:t>concat</a:t>
            </a:r>
            <a:r>
              <a:rPr dirty="0"/>
              <a:t>: {{</a:t>
            </a:r>
            <a:r>
              <a:rPr dirty="0" err="1"/>
              <a:t>valid_var</a:t>
            </a:r>
            <a:r>
              <a:rPr dirty="0"/>
              <a:t> + ', ‘ + valid_var_2}}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50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{{ 3 * 4 }} should be 12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50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invalid var: </a:t>
            </a:r>
            <a:r>
              <a:rPr b="1" dirty="0"/>
              <a:t>{{invalid var}}</a:t>
            </a:r>
            <a:r>
              <a:rPr dirty="0"/>
              <a:t> should work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50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invalid-var-2 : {{invalid-var-2}} should work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50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{{“text”}}: {{valid}}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50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{{</a:t>
            </a:r>
            <a:r>
              <a:rPr dirty="0" err="1"/>
              <a:t>valid_var</a:t>
            </a:r>
            <a:r>
              <a:rPr dirty="0"/>
              <a:t>}}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50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{{3*4}}{{invalid var}}{{6-3}}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50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{{3*4}}{{invalid var}}hi{{6-3}}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50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{{3*4}}{{</a:t>
            </a:r>
            <a:r>
              <a:rPr dirty="0" err="1"/>
              <a:t>not_exist</a:t>
            </a:r>
            <a:r>
              <a:rPr dirty="0"/>
              <a:t>}}{{6-3}}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50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{{3*4}}{{</a:t>
            </a:r>
            <a:r>
              <a:rPr dirty="0" err="1"/>
              <a:t>not_exist</a:t>
            </a:r>
            <a:r>
              <a:rPr dirty="0"/>
              <a:t>}}hi{{6-3}}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50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{{3*4}}{{non existent plus space}}{{6-3}}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50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{{3*4}}{{non existent plus space}}hi{{6-3}}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50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{{3*4}}{{</a:t>
            </a:r>
            <a:r>
              <a:rPr dirty="0" err="1"/>
              <a:t>valid_var</a:t>
            </a:r>
            <a:r>
              <a:rPr dirty="0"/>
              <a:t>}}{{6-3}}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50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{{3*4}}{{</a:t>
            </a:r>
            <a:r>
              <a:rPr dirty="0" err="1"/>
              <a:t>valid_var</a:t>
            </a:r>
            <a:r>
              <a:rPr dirty="0"/>
              <a:t>}}hi{{6-3}}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50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Two runs: {{invalid var</a:t>
            </a:r>
            <a:r>
              <a:rPr b="1" dirty="0"/>
              <a:t>}}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50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Multiple runs: {{val</a:t>
            </a:r>
            <a:r>
              <a:rPr b="1" dirty="0"/>
              <a:t>id}}</a:t>
            </a:r>
            <a:r>
              <a:rPr dirty="0"/>
              <a:t> - {{12</a:t>
            </a:r>
            <a:r>
              <a:rPr i="1" dirty="0"/>
              <a:t>+4}} - {{</a:t>
            </a:r>
            <a:r>
              <a:rPr dirty="0" err="1"/>
              <a:t>valid_var</a:t>
            </a:r>
            <a:r>
              <a:rPr dirty="0"/>
              <a:t>}} - </a:t>
            </a:r>
            <a:r>
              <a:rPr b="1" dirty="0"/>
              <a:t>{{</a:t>
            </a:r>
            <a:r>
              <a:rPr dirty="0"/>
              <a:t>invalid var}}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50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{{Plan Year}}, {{Plan Year End Date}}, {{ Year End}}, {{End Date}}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50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{{v 2+“v 2”+” v 2”+”v 2 “+” v 2 “+”1 v 2”}}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50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{{v 2+'v 2'+' v 2'+'v 2 '+' v 2 '+'1 v 2’}}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50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{{v 2+'''v 2'''+''' v 2'''+'''v 2 '''+''' v 2 '''+'''1 v 2’''}}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50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{{v 2+“““v 2”””+””” v 2”””+”””v 2 “““+””” v 2 “““+”””1 v 2”””}}</a:t>
            </a:r>
          </a:p>
        </p:txBody>
      </p:sp>
      <p:sp>
        <p:nvSpPr>
          <p:cNvPr id="172" name="feathery.hide_slide ={{ 2*8==num1 }}"/>
          <p:cNvSpPr txBox="1"/>
          <p:nvPr/>
        </p:nvSpPr>
        <p:spPr>
          <a:xfrm>
            <a:off x="670951" y="12063326"/>
            <a:ext cx="10188551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feathery.hide_slide ={{ 2*8==num1 }} </a:t>
            </a:r>
          </a:p>
        </p:txBody>
      </p:sp>
      <p:sp>
        <p:nvSpPr>
          <p:cNvPr id="173" name="Something"/>
          <p:cNvSpPr txBox="1"/>
          <p:nvPr/>
        </p:nvSpPr>
        <p:spPr>
          <a:xfrm>
            <a:off x="20874579" y="296035"/>
            <a:ext cx="306171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Something</a:t>
            </a:r>
          </a:p>
        </p:txBody>
      </p:sp>
      <p:sp>
        <p:nvSpPr>
          <p:cNvPr id="174" name="Another thing"/>
          <p:cNvSpPr txBox="1"/>
          <p:nvPr/>
        </p:nvSpPr>
        <p:spPr>
          <a:xfrm>
            <a:off x="13343041" y="8017794"/>
            <a:ext cx="9916419" cy="2072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latin typeface="+mj-lt"/>
                <a:ea typeface="+mj-ea"/>
                <a:cs typeface="+mj-cs"/>
                <a:sym typeface="Helvetica"/>
              </a:defRPr>
            </a:pPr>
            <a:r>
              <a:t>feathery.hide_shape={{2*3==num2}}</a:t>
            </a:r>
          </a:p>
          <a:p>
            <a:pPr>
              <a:defRPr>
                <a:latin typeface="+mj-lt"/>
                <a:ea typeface="+mj-ea"/>
                <a:cs typeface="+mj-cs"/>
                <a:sym typeface="Helvetica"/>
              </a:defRPr>
            </a:pPr>
            <a:r>
              <a:t>This shape should stay</a:t>
            </a:r>
          </a:p>
        </p:txBody>
      </p:sp>
      <p:grpSp>
        <p:nvGrpSpPr>
          <p:cNvPr id="177" name="{{ &lt;FileUpload2&gt;__Image_&lt;0&gt;_&lt;0&gt; }}"/>
          <p:cNvGrpSpPr/>
          <p:nvPr/>
        </p:nvGrpSpPr>
        <p:grpSpPr>
          <a:xfrm>
            <a:off x="12529872" y="10544705"/>
            <a:ext cx="7414433" cy="1810699"/>
            <a:chOff x="0" y="0"/>
            <a:chExt cx="7414431" cy="1810698"/>
          </a:xfrm>
        </p:grpSpPr>
        <p:sp>
          <p:nvSpPr>
            <p:cNvPr id="175" name="Rectangle"/>
            <p:cNvSpPr/>
            <p:nvPr/>
          </p:nvSpPr>
          <p:spPr>
            <a:xfrm>
              <a:off x="-1" y="-1"/>
              <a:ext cx="7414433" cy="1810699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300">
                  <a:latin typeface="Courier"/>
                  <a:ea typeface="Courier"/>
                  <a:cs typeface="Courier"/>
                  <a:sym typeface="Courier"/>
                </a:defRPr>
              </a:pPr>
              <a:endParaRPr/>
            </a:p>
          </p:txBody>
        </p:sp>
        <p:sp>
          <p:nvSpPr>
            <p:cNvPr id="176" name="FileUpload2__Image_0_0"/>
            <p:cNvSpPr txBox="1"/>
            <p:nvPr/>
          </p:nvSpPr>
          <p:spPr>
            <a:xfrm>
              <a:off x="12699" y="752944"/>
              <a:ext cx="7389033" cy="304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defTabSz="457200">
                <a:lnSpc>
                  <a:spcPct val="100000"/>
                </a:lnSpc>
                <a:spcBef>
                  <a:spcPts val="0"/>
                </a:spcBef>
                <a:defRPr sz="1300"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r>
                <a:t>FileUpload2__Image_0_-1</a:t>
              </a:r>
            </a:p>
          </p:txBody>
        </p:sp>
      </p:grpSp>
      <p:grpSp>
        <p:nvGrpSpPr>
          <p:cNvPr id="182" name="Group"/>
          <p:cNvGrpSpPr/>
          <p:nvPr/>
        </p:nvGrpSpPr>
        <p:grpSpPr>
          <a:xfrm>
            <a:off x="13911737" y="761643"/>
            <a:ext cx="2349011" cy="1287119"/>
            <a:chOff x="-1" y="0"/>
            <a:chExt cx="2349010" cy="1287117"/>
          </a:xfrm>
        </p:grpSpPr>
        <p:sp>
          <p:nvSpPr>
            <p:cNvPr id="178" name="Rectangle"/>
            <p:cNvSpPr/>
            <p:nvPr/>
          </p:nvSpPr>
          <p:spPr>
            <a:xfrm>
              <a:off x="278550" y="120816"/>
              <a:ext cx="2070460" cy="1045484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300">
                  <a:latin typeface="Courier"/>
                  <a:ea typeface="Courier"/>
                  <a:cs typeface="Courier"/>
                  <a:sym typeface="Courier"/>
                </a:defRPr>
              </a:pPr>
              <a:endParaRPr/>
            </a:p>
          </p:txBody>
        </p:sp>
        <p:grpSp>
          <p:nvGrpSpPr>
            <p:cNvPr id="181" name="Rounded Rectangle"/>
            <p:cNvGrpSpPr/>
            <p:nvPr/>
          </p:nvGrpSpPr>
          <p:grpSpPr>
            <a:xfrm>
              <a:off x="-2" y="-1"/>
              <a:ext cx="2085753" cy="1287118"/>
              <a:chOff x="0" y="0"/>
              <a:chExt cx="2085751" cy="1287117"/>
            </a:xfrm>
          </p:grpSpPr>
          <p:sp>
            <p:nvSpPr>
              <p:cNvPr id="179" name="Rounded Rectangle"/>
              <p:cNvSpPr/>
              <p:nvPr/>
            </p:nvSpPr>
            <p:spPr>
              <a:xfrm>
                <a:off x="0" y="0"/>
                <a:ext cx="2085752" cy="1287118"/>
              </a:xfrm>
              <a:prstGeom prst="roundRect">
                <a:avLst>
                  <a:gd name="adj" fmla="val 15000"/>
                </a:avLst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457200">
                  <a:lnSpc>
                    <a:spcPct val="100000"/>
                  </a:lnSpc>
                  <a:spcBef>
                    <a:spcPts val="0"/>
                  </a:spcBef>
                  <a:defRPr sz="1300">
                    <a:latin typeface="Courier"/>
                    <a:ea typeface="Courier"/>
                    <a:cs typeface="Courier"/>
                    <a:sym typeface="Courier"/>
                  </a:defRPr>
                </a:pPr>
                <a:endParaRPr/>
              </a:p>
            </p:txBody>
          </p:sp>
          <p:sp>
            <p:nvSpPr>
              <p:cNvPr id="180" name="FileUpload2__Image_100_-1"/>
              <p:cNvSpPr txBox="1"/>
              <p:nvPr/>
            </p:nvSpPr>
            <p:spPr>
              <a:xfrm>
                <a:off x="69248" y="389559"/>
                <a:ext cx="1947255" cy="508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defTabSz="457200">
                  <a:lnSpc>
                    <a:spcPct val="100000"/>
                  </a:lnSpc>
                  <a:spcBef>
                    <a:spcPts val="0"/>
                  </a:spcBef>
                  <a:defRPr sz="1300">
                    <a:latin typeface="Courier"/>
                    <a:ea typeface="Courier"/>
                    <a:cs typeface="Courier"/>
                    <a:sym typeface="Courier"/>
                  </a:defRPr>
                </a:lvl1pPr>
              </a:lstStyle>
              <a:p>
                <a:r>
                  <a:t>FileUpload2__Image_100_-1</a:t>
                </a:r>
              </a:p>
            </p:txBody>
          </p:sp>
        </p:grpSp>
      </p:grpSp>
      <p:sp>
        <p:nvSpPr>
          <p:cNvPr id="183" name="feathery.hide_shape={{2*2==num2}}…"/>
          <p:cNvSpPr txBox="1"/>
          <p:nvPr/>
        </p:nvSpPr>
        <p:spPr>
          <a:xfrm>
            <a:off x="14133461" y="5164899"/>
            <a:ext cx="9916419" cy="2072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latin typeface="+mj-lt"/>
                <a:ea typeface="+mj-ea"/>
                <a:cs typeface="+mj-cs"/>
                <a:sym typeface="Helvetica"/>
              </a:defRPr>
            </a:pPr>
            <a:r>
              <a:t>feathery.hide_shape={{2*2==num2}}</a:t>
            </a:r>
          </a:p>
          <a:p>
            <a:pPr>
              <a:defRPr>
                <a:latin typeface="+mj-lt"/>
                <a:ea typeface="+mj-ea"/>
                <a:cs typeface="+mj-cs"/>
                <a:sym typeface="Helvetica"/>
              </a:defRPr>
            </a:pPr>
            <a:r>
              <a:t>This shape should be removed</a:t>
            </a:r>
          </a:p>
        </p:txBody>
      </p:sp>
      <p:grpSp>
        <p:nvGrpSpPr>
          <p:cNvPr id="188" name="Group"/>
          <p:cNvGrpSpPr/>
          <p:nvPr/>
        </p:nvGrpSpPr>
        <p:grpSpPr>
          <a:xfrm>
            <a:off x="1388637" y="9774073"/>
            <a:ext cx="6886776" cy="1785298"/>
            <a:chOff x="0" y="0"/>
            <a:chExt cx="6886774" cy="1785297"/>
          </a:xfrm>
        </p:grpSpPr>
        <p:sp>
          <p:nvSpPr>
            <p:cNvPr id="184" name="Rounded Rectangle"/>
            <p:cNvSpPr/>
            <p:nvPr/>
          </p:nvSpPr>
          <p:spPr>
            <a:xfrm>
              <a:off x="0" y="0"/>
              <a:ext cx="6886776" cy="1785298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grpSp>
          <p:nvGrpSpPr>
            <p:cNvPr id="187" name="FileUpload2__Image_-1_-1"/>
            <p:cNvGrpSpPr/>
            <p:nvPr/>
          </p:nvGrpSpPr>
          <p:grpSpPr>
            <a:xfrm>
              <a:off x="498361" y="257647"/>
              <a:ext cx="5529464" cy="1270002"/>
              <a:chOff x="0" y="0"/>
              <a:chExt cx="5529462" cy="1270001"/>
            </a:xfrm>
          </p:grpSpPr>
          <p:sp>
            <p:nvSpPr>
              <p:cNvPr id="185" name="Shape"/>
              <p:cNvSpPr/>
              <p:nvPr/>
            </p:nvSpPr>
            <p:spPr>
              <a:xfrm>
                <a:off x="0" y="-1"/>
                <a:ext cx="5529464" cy="127000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800"/>
                    </a:move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457200">
                  <a:lnSpc>
                    <a:spcPct val="100000"/>
                  </a:lnSpc>
                  <a:spcBef>
                    <a:spcPts val="0"/>
                  </a:spcBef>
                  <a:defRPr sz="1300">
                    <a:latin typeface="Courier"/>
                    <a:ea typeface="Courier"/>
                    <a:cs typeface="Courier"/>
                    <a:sym typeface="Courier"/>
                  </a:defRPr>
                </a:pPr>
                <a:endParaRPr/>
              </a:p>
            </p:txBody>
          </p:sp>
          <p:sp>
            <p:nvSpPr>
              <p:cNvPr id="186" name="FileUpload2__Image_-1_-1"/>
              <p:cNvSpPr txBox="1"/>
              <p:nvPr/>
            </p:nvSpPr>
            <p:spPr>
              <a:xfrm>
                <a:off x="12700" y="482600"/>
                <a:ext cx="5504063" cy="304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defTabSz="457200">
                  <a:lnSpc>
                    <a:spcPct val="100000"/>
                  </a:lnSpc>
                  <a:spcBef>
                    <a:spcPts val="0"/>
                  </a:spcBef>
                  <a:defRPr sz="1300">
                    <a:latin typeface="Courier"/>
                    <a:ea typeface="Courier"/>
                    <a:cs typeface="Courier"/>
                    <a:sym typeface="Courier"/>
                  </a:defRPr>
                </a:lvl1pPr>
              </a:lstStyle>
              <a:p>
                <a:r>
                  <a:t>FileUpload2__Image_-1_-1</a:t>
                </a:r>
              </a:p>
            </p:txBody>
          </p:sp>
        </p:grpSp>
      </p:grpSp>
      <p:grpSp>
        <p:nvGrpSpPr>
          <p:cNvPr id="193" name="Group"/>
          <p:cNvGrpSpPr/>
          <p:nvPr/>
        </p:nvGrpSpPr>
        <p:grpSpPr>
          <a:xfrm>
            <a:off x="10626671" y="1225857"/>
            <a:ext cx="2403059" cy="4755698"/>
            <a:chOff x="0" y="0"/>
            <a:chExt cx="2403058" cy="4755696"/>
          </a:xfrm>
        </p:grpSpPr>
        <p:sp>
          <p:nvSpPr>
            <p:cNvPr id="189" name="Rounded Rectangle"/>
            <p:cNvSpPr/>
            <p:nvPr/>
          </p:nvSpPr>
          <p:spPr>
            <a:xfrm>
              <a:off x="-1" y="0"/>
              <a:ext cx="2403060" cy="4755698"/>
            </a:xfrm>
            <a:prstGeom prst="roundRect">
              <a:avLst>
                <a:gd name="adj" fmla="val 9108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grpSp>
          <p:nvGrpSpPr>
            <p:cNvPr id="192" name="FileUpload2__Image_-1_-1"/>
            <p:cNvGrpSpPr/>
            <p:nvPr/>
          </p:nvGrpSpPr>
          <p:grpSpPr>
            <a:xfrm>
              <a:off x="407298" y="210569"/>
              <a:ext cx="1596693" cy="4192002"/>
              <a:chOff x="0" y="0"/>
              <a:chExt cx="1596691" cy="4192001"/>
            </a:xfrm>
          </p:grpSpPr>
          <p:sp>
            <p:nvSpPr>
              <p:cNvPr id="190" name="Shape"/>
              <p:cNvSpPr/>
              <p:nvPr/>
            </p:nvSpPr>
            <p:spPr>
              <a:xfrm>
                <a:off x="0" y="0"/>
                <a:ext cx="1596692" cy="419200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800"/>
                    </a:move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457200">
                  <a:lnSpc>
                    <a:spcPct val="100000"/>
                  </a:lnSpc>
                  <a:spcBef>
                    <a:spcPts val="0"/>
                  </a:spcBef>
                  <a:defRPr sz="1300">
                    <a:latin typeface="Courier"/>
                    <a:ea typeface="Courier"/>
                    <a:cs typeface="Courier"/>
                    <a:sym typeface="Courier"/>
                  </a:defRPr>
                </a:pPr>
                <a:endParaRPr/>
              </a:p>
            </p:txBody>
          </p:sp>
          <p:sp>
            <p:nvSpPr>
              <p:cNvPr id="191" name="FileUpload2__Image_-1_-1"/>
              <p:cNvSpPr txBox="1"/>
              <p:nvPr/>
            </p:nvSpPr>
            <p:spPr>
              <a:xfrm>
                <a:off x="8633" y="1923326"/>
                <a:ext cx="1579425" cy="34535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defTabSz="457200">
                  <a:lnSpc>
                    <a:spcPct val="100000"/>
                  </a:lnSpc>
                  <a:spcBef>
                    <a:spcPts val="0"/>
                  </a:spcBef>
                  <a:defRPr sz="1300">
                    <a:latin typeface="Courier"/>
                    <a:ea typeface="Courier"/>
                    <a:cs typeface="Courier"/>
                    <a:sym typeface="Courier"/>
                  </a:defRPr>
                </a:lvl1pPr>
              </a:lstStyle>
              <a:p>
                <a:r>
                  <a:t>FileUpload2__Image_-1_-1</a:t>
                </a:r>
              </a:p>
            </p:txBody>
          </p:sp>
        </p:grpSp>
      </p:grp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his page should be removed"/>
          <p:cNvSpPr txBox="1">
            <a:spLocks noGrp="1"/>
          </p:cNvSpPr>
          <p:nvPr>
            <p:ph type="title"/>
          </p:nvPr>
        </p:nvSpPr>
        <p:spPr>
          <a:xfrm>
            <a:off x="1206494" y="2574991"/>
            <a:ext cx="21971008" cy="4648206"/>
          </a:xfrm>
          <a:prstGeom prst="rect">
            <a:avLst/>
          </a:prstGeom>
        </p:spPr>
        <p:txBody>
          <a:bodyPr/>
          <a:lstStyle>
            <a:lvl1pPr>
              <a:defRPr spc="-300"/>
            </a:lvl1pPr>
          </a:lstStyle>
          <a:p>
            <a:r>
              <a:t>This page should be removed</a:t>
            </a:r>
          </a:p>
        </p:txBody>
      </p:sp>
      <p:sp>
        <p:nvSpPr>
          <p:cNvPr id="19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01342" y="7223190"/>
            <a:ext cx="21971002" cy="1905003"/>
          </a:xfrm>
          <a:prstGeom prst="rect">
            <a:avLst/>
          </a:prstGeom>
        </p:spPr>
        <p:txBody>
          <a:bodyPr lIns="50800" tIns="50800" rIns="50800" bIns="50800"/>
          <a:lstStyle/>
          <a:p>
            <a:pPr>
              <a:defRPr sz="5500"/>
            </a:pPr>
            <a:endParaRPr/>
          </a:p>
        </p:txBody>
      </p:sp>
      <p:sp>
        <p:nvSpPr>
          <p:cNvPr id="197" name="feathery.hide_slide=…"/>
          <p:cNvSpPr txBox="1"/>
          <p:nvPr/>
        </p:nvSpPr>
        <p:spPr>
          <a:xfrm>
            <a:off x="5807104" y="817621"/>
            <a:ext cx="10302545" cy="3257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endParaRPr/>
          </a:p>
          <a:p>
            <a:r>
              <a:t>feathery.hide_slide=</a:t>
            </a:r>
          </a:p>
          <a:p>
            <a:r>
              <a:t>{% set v = 3*3 %} {{v==num1-num2}}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Author and Date"/>
          <p:cNvSpPr txBox="1">
            <a:spLocks noGrp="1"/>
          </p:cNvSpPr>
          <p:nvPr>
            <p:ph type="body" sz="quarter" idx="1"/>
          </p:nvPr>
        </p:nvSpPr>
        <p:spPr>
          <a:xfrm>
            <a:off x="1201338" y="11859862"/>
            <a:ext cx="21971008" cy="637001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endParaRPr/>
          </a:p>
        </p:txBody>
      </p:sp>
      <p:sp>
        <p:nvSpPr>
          <p:cNvPr id="200" name="Presentation Title"/>
          <p:cNvSpPr txBox="1">
            <a:spLocks noGrp="1"/>
          </p:cNvSpPr>
          <p:nvPr>
            <p:ph type="title"/>
          </p:nvPr>
        </p:nvSpPr>
        <p:spPr>
          <a:xfrm>
            <a:off x="1206494" y="2574991"/>
            <a:ext cx="21971008" cy="4648206"/>
          </a:xfrm>
          <a:prstGeom prst="rect">
            <a:avLst/>
          </a:prstGeom>
        </p:spPr>
        <p:txBody>
          <a:bodyPr/>
          <a:lstStyle/>
          <a:p>
            <a:pPr defTabSz="301752">
              <a:lnSpc>
                <a:spcPct val="100000"/>
              </a:lnSpc>
              <a:defRPr sz="1600" b="0" spc="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{{</a:t>
            </a:r>
            <a:r>
              <a:rPr dirty="0" err="1"/>
              <a:t>valid_var</a:t>
            </a:r>
            <a:r>
              <a:rPr dirty="0"/>
              <a:t>}} is fine and {{valid_var_2}} is longer</a:t>
            </a:r>
          </a:p>
          <a:p>
            <a:pPr defTabSz="301752">
              <a:lnSpc>
                <a:spcPct val="100000"/>
              </a:lnSpc>
              <a:defRPr sz="1600" b="0" spc="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rPr dirty="0" err="1"/>
              <a:t>concat</a:t>
            </a:r>
            <a:r>
              <a:rPr dirty="0"/>
              <a:t>: {{</a:t>
            </a:r>
            <a:r>
              <a:rPr dirty="0" err="1"/>
              <a:t>valid_var</a:t>
            </a:r>
            <a:r>
              <a:rPr dirty="0"/>
              <a:t> + ', ‘ + valid_var_2}}</a:t>
            </a:r>
          </a:p>
          <a:p>
            <a:pPr defTabSz="301752">
              <a:lnSpc>
                <a:spcPct val="100000"/>
              </a:lnSpc>
              <a:defRPr sz="1600" b="0" spc="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{{ 3 * 4 }} should be 12</a:t>
            </a:r>
          </a:p>
          <a:p>
            <a:pPr defTabSz="301752">
              <a:lnSpc>
                <a:spcPct val="100000"/>
              </a:lnSpc>
              <a:defRPr sz="1600" b="0" spc="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invalid var: </a:t>
            </a:r>
            <a:r>
              <a:rPr b="1" dirty="0"/>
              <a:t>{{invalid var}}</a:t>
            </a:r>
            <a:r>
              <a:rPr dirty="0"/>
              <a:t> should work</a:t>
            </a:r>
          </a:p>
          <a:p>
            <a:pPr defTabSz="301752">
              <a:lnSpc>
                <a:spcPct val="100000"/>
              </a:lnSpc>
              <a:defRPr sz="1600" b="0" spc="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invalid-var-2 : {{invalid-var-2}} should work</a:t>
            </a:r>
          </a:p>
          <a:p>
            <a:pPr defTabSz="301752">
              <a:lnSpc>
                <a:spcPct val="100000"/>
              </a:lnSpc>
              <a:defRPr sz="1600" b="0" spc="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{{“text”}}: {{valid}}</a:t>
            </a:r>
          </a:p>
          <a:p>
            <a:pPr defTabSz="301752">
              <a:lnSpc>
                <a:spcPct val="100000"/>
              </a:lnSpc>
              <a:defRPr sz="1600" b="0" spc="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{{</a:t>
            </a:r>
            <a:r>
              <a:rPr dirty="0" err="1"/>
              <a:t>valid_var</a:t>
            </a:r>
            <a:r>
              <a:rPr dirty="0"/>
              <a:t>}}</a:t>
            </a:r>
          </a:p>
          <a:p>
            <a:pPr defTabSz="301752">
              <a:lnSpc>
                <a:spcPct val="100000"/>
              </a:lnSpc>
              <a:defRPr sz="1600" b="0" spc="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{{3*4}}{{invalid var}}{{6-3}}</a:t>
            </a:r>
          </a:p>
          <a:p>
            <a:pPr defTabSz="301752">
              <a:lnSpc>
                <a:spcPct val="100000"/>
              </a:lnSpc>
              <a:defRPr sz="1600" b="0" spc="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{{3*4}}{{invalid var}}hi{{6-3}}</a:t>
            </a:r>
          </a:p>
          <a:p>
            <a:pPr defTabSz="301752">
              <a:lnSpc>
                <a:spcPct val="100000"/>
              </a:lnSpc>
              <a:defRPr sz="1600" b="0" spc="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{{3*4}}{{</a:t>
            </a:r>
            <a:r>
              <a:rPr dirty="0" err="1"/>
              <a:t>not_exist</a:t>
            </a:r>
            <a:r>
              <a:rPr dirty="0"/>
              <a:t>}}{{6-3}}</a:t>
            </a:r>
          </a:p>
          <a:p>
            <a:pPr defTabSz="301752">
              <a:lnSpc>
                <a:spcPct val="100000"/>
              </a:lnSpc>
              <a:defRPr sz="1600" b="0" spc="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{{3*4}}{{</a:t>
            </a:r>
            <a:r>
              <a:rPr dirty="0" err="1"/>
              <a:t>not_exist</a:t>
            </a:r>
            <a:r>
              <a:rPr dirty="0"/>
              <a:t>}}hi{{6-3}}</a:t>
            </a:r>
          </a:p>
          <a:p>
            <a:pPr defTabSz="301752">
              <a:lnSpc>
                <a:spcPct val="100000"/>
              </a:lnSpc>
              <a:defRPr sz="1600" b="0" spc="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{{3*4}}{{non existent plus space}}{{6-3}}</a:t>
            </a:r>
          </a:p>
          <a:p>
            <a:pPr defTabSz="301752">
              <a:lnSpc>
                <a:spcPct val="100000"/>
              </a:lnSpc>
              <a:defRPr sz="1600" b="0" spc="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{{3*4}}{{non existent plus space}}hi{{6-3}}</a:t>
            </a:r>
          </a:p>
          <a:p>
            <a:pPr defTabSz="301752">
              <a:lnSpc>
                <a:spcPct val="100000"/>
              </a:lnSpc>
              <a:defRPr sz="1600" b="0" spc="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{{3*4}}{{</a:t>
            </a:r>
            <a:r>
              <a:rPr dirty="0" err="1"/>
              <a:t>valid_var</a:t>
            </a:r>
            <a:r>
              <a:rPr dirty="0"/>
              <a:t>}}{{6-3}}</a:t>
            </a:r>
          </a:p>
          <a:p>
            <a:pPr defTabSz="301752">
              <a:lnSpc>
                <a:spcPct val="100000"/>
              </a:lnSpc>
              <a:defRPr sz="1600" b="0" spc="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{{3*4}}{{</a:t>
            </a:r>
            <a:r>
              <a:rPr dirty="0" err="1"/>
              <a:t>valid_var</a:t>
            </a:r>
            <a:r>
              <a:rPr dirty="0"/>
              <a:t>}}hi{{6-3}}</a:t>
            </a:r>
          </a:p>
          <a:p>
            <a:pPr defTabSz="301752">
              <a:lnSpc>
                <a:spcPct val="100000"/>
              </a:lnSpc>
              <a:defRPr sz="1600" b="0" spc="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Two runs: {{invalid var</a:t>
            </a:r>
            <a:r>
              <a:rPr b="1" dirty="0"/>
              <a:t>}}</a:t>
            </a:r>
          </a:p>
          <a:p>
            <a:pPr defTabSz="301752">
              <a:lnSpc>
                <a:spcPct val="100000"/>
              </a:lnSpc>
              <a:defRPr sz="1600" b="0" spc="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Multiple runs: {{val</a:t>
            </a:r>
            <a:r>
              <a:rPr b="1" dirty="0"/>
              <a:t>id}}</a:t>
            </a:r>
            <a:r>
              <a:rPr dirty="0"/>
              <a:t> - {{12</a:t>
            </a:r>
            <a:r>
              <a:rPr i="1" dirty="0"/>
              <a:t>+4}} - {{</a:t>
            </a:r>
            <a:r>
              <a:rPr dirty="0" err="1"/>
              <a:t>valid_var</a:t>
            </a:r>
            <a:r>
              <a:rPr dirty="0"/>
              <a:t>}} - </a:t>
            </a:r>
            <a:r>
              <a:rPr b="1" dirty="0"/>
              <a:t>{{</a:t>
            </a:r>
            <a:r>
              <a:rPr dirty="0"/>
              <a:t>invalid var}}</a:t>
            </a:r>
          </a:p>
          <a:p>
            <a:pPr defTabSz="301752">
              <a:lnSpc>
                <a:spcPct val="100000"/>
              </a:lnSpc>
              <a:defRPr sz="1600" b="0" spc="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{{Plan Year}}, {{Plan Year End Date}}, {{ Year End}}, {{End Date}}</a:t>
            </a:r>
          </a:p>
        </p:txBody>
      </p:sp>
      <p:sp>
        <p:nvSpPr>
          <p:cNvPr id="201" name="Body Level One…"/>
          <p:cNvSpPr txBox="1">
            <a:spLocks noGrp="1"/>
          </p:cNvSpPr>
          <p:nvPr>
            <p:ph type="body" idx="21"/>
          </p:nvPr>
        </p:nvSpPr>
        <p:spPr>
          <a:xfrm>
            <a:off x="1201342" y="7223190"/>
            <a:ext cx="21971002" cy="190500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grpSp>
        <p:nvGrpSpPr>
          <p:cNvPr id="204" name="{{ &lt;FileUpload2&gt;__Image_&lt;0&gt;_&lt;0&gt; }}"/>
          <p:cNvGrpSpPr/>
          <p:nvPr/>
        </p:nvGrpSpPr>
        <p:grpSpPr>
          <a:xfrm>
            <a:off x="3977790" y="9667043"/>
            <a:ext cx="7414430" cy="1810701"/>
            <a:chOff x="0" y="0"/>
            <a:chExt cx="7414428" cy="1810699"/>
          </a:xfrm>
        </p:grpSpPr>
        <p:sp>
          <p:nvSpPr>
            <p:cNvPr id="202" name="Rectangle"/>
            <p:cNvSpPr/>
            <p:nvPr/>
          </p:nvSpPr>
          <p:spPr>
            <a:xfrm>
              <a:off x="0" y="-1"/>
              <a:ext cx="7414430" cy="1810700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300">
                  <a:latin typeface="Courier"/>
                  <a:ea typeface="Courier"/>
                  <a:cs typeface="Courier"/>
                  <a:sym typeface="Courier"/>
                </a:defRPr>
              </a:pPr>
              <a:endParaRPr/>
            </a:p>
          </p:txBody>
        </p:sp>
        <p:sp>
          <p:nvSpPr>
            <p:cNvPr id="203" name="FileUpload2__Image_0_0"/>
            <p:cNvSpPr txBox="1"/>
            <p:nvPr/>
          </p:nvSpPr>
          <p:spPr>
            <a:xfrm>
              <a:off x="12700" y="752945"/>
              <a:ext cx="7389030" cy="304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defTabSz="457200">
                <a:lnSpc>
                  <a:spcPct val="100000"/>
                </a:lnSpc>
                <a:spcBef>
                  <a:spcPts val="0"/>
                </a:spcBef>
                <a:defRPr sz="1300"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r>
                <a:t>FileUpload2__Image_0_0</a:t>
              </a:r>
            </a:p>
          </p:txBody>
        </p:sp>
      </p:grpSp>
      <p:grpSp>
        <p:nvGrpSpPr>
          <p:cNvPr id="207" name="{{ &lt;FileUpload2&gt;__Image_&lt;0&gt;_&lt;0&gt; }}"/>
          <p:cNvGrpSpPr/>
          <p:nvPr/>
        </p:nvGrpSpPr>
        <p:grpSpPr>
          <a:xfrm>
            <a:off x="12604010" y="1217009"/>
            <a:ext cx="7206640" cy="8305415"/>
            <a:chOff x="-1" y="-1"/>
            <a:chExt cx="7206639" cy="8305413"/>
          </a:xfrm>
        </p:grpSpPr>
        <p:sp>
          <p:nvSpPr>
            <p:cNvPr id="205" name="Rectangle"/>
            <p:cNvSpPr/>
            <p:nvPr/>
          </p:nvSpPr>
          <p:spPr>
            <a:xfrm>
              <a:off x="-2" y="-2"/>
              <a:ext cx="7206641" cy="8305415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300">
                  <a:latin typeface="Courier"/>
                  <a:ea typeface="Courier"/>
                  <a:cs typeface="Courier"/>
                  <a:sym typeface="Courier"/>
                </a:defRPr>
              </a:pPr>
              <a:endParaRPr/>
            </a:p>
          </p:txBody>
        </p:sp>
        <p:sp>
          <p:nvSpPr>
            <p:cNvPr id="206" name="FileUpload2__Image_0_0"/>
            <p:cNvSpPr txBox="1"/>
            <p:nvPr/>
          </p:nvSpPr>
          <p:spPr>
            <a:xfrm>
              <a:off x="12698" y="4000303"/>
              <a:ext cx="7181241" cy="304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defTabSz="457200">
                <a:lnSpc>
                  <a:spcPct val="100000"/>
                </a:lnSpc>
                <a:spcBef>
                  <a:spcPts val="0"/>
                </a:spcBef>
                <a:defRPr sz="1300"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r>
                <a:t>FileUpload2__Image_0_0</a:t>
              </a:r>
            </a:p>
          </p:txBody>
        </p:sp>
      </p:grpSp>
      <p:grpSp>
        <p:nvGrpSpPr>
          <p:cNvPr id="210" name="{{ &lt;FileUpload2&gt;__Image_&lt;70&gt;_&lt;50&gt; }}"/>
          <p:cNvGrpSpPr/>
          <p:nvPr/>
        </p:nvGrpSpPr>
        <p:grpSpPr>
          <a:xfrm>
            <a:off x="2265574" y="931937"/>
            <a:ext cx="3574791" cy="1518714"/>
            <a:chOff x="0" y="-1"/>
            <a:chExt cx="3574789" cy="1518712"/>
          </a:xfrm>
        </p:grpSpPr>
        <p:sp>
          <p:nvSpPr>
            <p:cNvPr id="208" name="Rectangle"/>
            <p:cNvSpPr/>
            <p:nvPr/>
          </p:nvSpPr>
          <p:spPr>
            <a:xfrm>
              <a:off x="-1" y="-2"/>
              <a:ext cx="3574791" cy="1518713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300">
                  <a:latin typeface="Courier"/>
                  <a:ea typeface="Courier"/>
                  <a:cs typeface="Courier"/>
                  <a:sym typeface="Courier"/>
                </a:defRPr>
              </a:pPr>
              <a:endParaRPr/>
            </a:p>
          </p:txBody>
        </p:sp>
        <p:sp>
          <p:nvSpPr>
            <p:cNvPr id="209" name="FileUpload2__Image_100_200"/>
            <p:cNvSpPr txBox="1"/>
            <p:nvPr/>
          </p:nvSpPr>
          <p:spPr>
            <a:xfrm>
              <a:off x="12699" y="606950"/>
              <a:ext cx="3549391" cy="304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defTabSz="457200">
                <a:lnSpc>
                  <a:spcPct val="100000"/>
                </a:lnSpc>
                <a:spcBef>
                  <a:spcPts val="0"/>
                </a:spcBef>
                <a:defRPr sz="1300"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r>
                <a:t>FileUpload2__Image_100_200</a:t>
              </a:r>
            </a:p>
          </p:txBody>
        </p:sp>
      </p:grpSp>
      <p:grpSp>
        <p:nvGrpSpPr>
          <p:cNvPr id="214" name="Group"/>
          <p:cNvGrpSpPr/>
          <p:nvPr/>
        </p:nvGrpSpPr>
        <p:grpSpPr>
          <a:xfrm>
            <a:off x="7204832" y="954578"/>
            <a:ext cx="4199465" cy="2899708"/>
            <a:chOff x="-1" y="0"/>
            <a:chExt cx="4199464" cy="2899707"/>
          </a:xfrm>
        </p:grpSpPr>
        <p:sp>
          <p:nvSpPr>
            <p:cNvPr id="211" name="Rounded Rectangle"/>
            <p:cNvSpPr/>
            <p:nvPr/>
          </p:nvSpPr>
          <p:spPr>
            <a:xfrm>
              <a:off x="-2" y="-1"/>
              <a:ext cx="4199466" cy="2899708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212" name="Rectangle"/>
            <p:cNvSpPr/>
            <p:nvPr/>
          </p:nvSpPr>
          <p:spPr>
            <a:xfrm>
              <a:off x="501455" y="375761"/>
              <a:ext cx="3036329" cy="2029869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300">
                  <a:latin typeface="Courier"/>
                  <a:ea typeface="Courier"/>
                  <a:cs typeface="Courier"/>
                  <a:sym typeface="Courier"/>
                </a:defRPr>
              </a:pPr>
              <a:endParaRPr/>
            </a:p>
          </p:txBody>
        </p:sp>
        <p:sp>
          <p:nvSpPr>
            <p:cNvPr id="213" name="FileUpload2__Image_0_0"/>
            <p:cNvSpPr txBox="1"/>
            <p:nvPr/>
          </p:nvSpPr>
          <p:spPr>
            <a:xfrm>
              <a:off x="514155" y="1238292"/>
              <a:ext cx="3010929" cy="304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defTabSz="457200">
                <a:lnSpc>
                  <a:spcPct val="100000"/>
                </a:lnSpc>
                <a:spcBef>
                  <a:spcPts val="0"/>
                </a:spcBef>
                <a:defRPr sz="1300"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r>
                <a:t>FileUpload2__Image_0_0</a:t>
              </a:r>
            </a:p>
          </p:txBody>
        </p:sp>
      </p:grpSp>
      <p:grpSp>
        <p:nvGrpSpPr>
          <p:cNvPr id="217" name="feathery.hide_shape={{2*2==num2}}…"/>
          <p:cNvGrpSpPr/>
          <p:nvPr/>
        </p:nvGrpSpPr>
        <p:grpSpPr>
          <a:xfrm>
            <a:off x="12063739" y="6309691"/>
            <a:ext cx="8287183" cy="5233768"/>
            <a:chOff x="0" y="0"/>
            <a:chExt cx="8287181" cy="5233766"/>
          </a:xfrm>
        </p:grpSpPr>
        <p:sp>
          <p:nvSpPr>
            <p:cNvPr id="215" name="Rectangle"/>
            <p:cNvSpPr/>
            <p:nvPr/>
          </p:nvSpPr>
          <p:spPr>
            <a:xfrm>
              <a:off x="-1" y="-1"/>
              <a:ext cx="8287183" cy="523376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216" name="feathery.hide_shape={{2*2==num2}}…"/>
            <p:cNvSpPr txBox="1"/>
            <p:nvPr/>
          </p:nvSpPr>
          <p:spPr>
            <a:xfrm>
              <a:off x="12699" y="300401"/>
              <a:ext cx="8261783" cy="46329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  <a:p>
              <a:pPr>
                <a:defRPr>
                  <a:latin typeface="+mj-lt"/>
                  <a:ea typeface="+mj-ea"/>
                  <a:cs typeface="+mj-cs"/>
                  <a:sym typeface="Helvetica"/>
                </a:defRPr>
              </a:pPr>
              <a:r>
                <a:t>feathery.hide_shape={{2*2==num2}}</a:t>
              </a:r>
            </a:p>
            <a:p>
              <a:pPr>
                <a:defRPr>
                  <a:latin typeface="+mj-lt"/>
                  <a:ea typeface="+mj-ea"/>
                  <a:cs typeface="+mj-cs"/>
                  <a:sym typeface="Helvetica"/>
                </a:defRPr>
              </a:pPr>
              <a:r>
                <a:t>This shape should be removed</a:t>
              </a:r>
            </a:p>
          </p:txBody>
        </p:sp>
      </p:grp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9" name="Table 1"/>
          <p:cNvGraphicFramePr/>
          <p:nvPr/>
        </p:nvGraphicFramePr>
        <p:xfrm>
          <a:off x="3653366" y="4876800"/>
          <a:ext cx="9537700" cy="4747260"/>
        </p:xfrm>
        <a:graphic>
          <a:graphicData uri="http://schemas.openxmlformats.org/drawingml/2006/table">
            <a:tbl>
              <a:tblPr firstRow="1" firstCol="1" lastRow="1" bandRow="1">
                <a:tableStyleId>{4C3C2611-4C71-4FC5-86AE-919BDF0F9419}</a:tableStyleId>
              </a:tblPr>
              <a:tblGrid>
                <a:gridCol w="238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4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4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82420">
                <a:tc>
                  <a:txBody>
                    <a:bodyPr/>
                    <a:lstStyle/>
                    <a:p>
                      <a:pPr algn="r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b="1" dirty="0" err="1">
                          <a:solidFill>
                            <a:srgbClr val="FFFFFF"/>
                          </a:solidFill>
                        </a:rPr>
                        <a:t>feathery.add_table</a:t>
                      </a:r>
                      <a:r>
                        <a:rPr b="1" dirty="0">
                          <a:solidFill>
                            <a:srgbClr val="FFFFFF"/>
                          </a:solidFill>
                        </a:rPr>
                        <a:t>=</a:t>
                      </a:r>
                      <a:r>
                        <a:rPr b="1" dirty="0" err="1">
                          <a:solidFill>
                            <a:srgbClr val="FFFFFF"/>
                          </a:solidFill>
                        </a:rPr>
                        <a:t>my_table</a:t>
                      </a:r>
                      <a:endParaRPr b="1" dirty="0">
                        <a:solidFill>
                          <a:srgbClr val="FFFFFF"/>
                        </a:solidFill>
                      </a:endParaRP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2420">
                <a:tc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2420">
                <a:tc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 horzOverflow="overflow">
                    <a:solidFill>
                      <a:srgbClr val="80D0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 horzOverflow="overflow">
                    <a:solidFill>
                      <a:srgbClr val="80D0FF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 horzOverflow="overflow">
                    <a:solidFill>
                      <a:srgbClr val="80D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23" name="Group"/>
          <p:cNvGrpSpPr/>
          <p:nvPr/>
        </p:nvGrpSpPr>
        <p:grpSpPr>
          <a:xfrm>
            <a:off x="18757429" y="1041276"/>
            <a:ext cx="4199466" cy="2899709"/>
            <a:chOff x="-1" y="0"/>
            <a:chExt cx="4199464" cy="2899707"/>
          </a:xfrm>
        </p:grpSpPr>
        <p:sp>
          <p:nvSpPr>
            <p:cNvPr id="220" name="Rounded Rectangle"/>
            <p:cNvSpPr/>
            <p:nvPr/>
          </p:nvSpPr>
          <p:spPr>
            <a:xfrm>
              <a:off x="-2" y="-1"/>
              <a:ext cx="4199466" cy="2899708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221" name="Rectangle"/>
            <p:cNvSpPr/>
            <p:nvPr/>
          </p:nvSpPr>
          <p:spPr>
            <a:xfrm>
              <a:off x="501455" y="375761"/>
              <a:ext cx="3036329" cy="2029869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300">
                  <a:latin typeface="Courier"/>
                  <a:ea typeface="Courier"/>
                  <a:cs typeface="Courier"/>
                  <a:sym typeface="Courier"/>
                </a:defRPr>
              </a:pPr>
              <a:endParaRPr/>
            </a:p>
          </p:txBody>
        </p:sp>
        <p:sp>
          <p:nvSpPr>
            <p:cNvPr id="222" name="FileUpload2__Image_0_0"/>
            <p:cNvSpPr txBox="1"/>
            <p:nvPr/>
          </p:nvSpPr>
          <p:spPr>
            <a:xfrm>
              <a:off x="514155" y="1238292"/>
              <a:ext cx="3010929" cy="304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defTabSz="457200">
                <a:lnSpc>
                  <a:spcPct val="100000"/>
                </a:lnSpc>
                <a:spcBef>
                  <a:spcPts val="0"/>
                </a:spcBef>
                <a:defRPr sz="1300"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r>
                <a:t>NoFile__Image_0_0</a:t>
              </a:r>
            </a:p>
          </p:txBody>
        </p:sp>
      </p:grp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C4FBE-8C1D-9C93-6C94-5462CDD3B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D9C97A-D8DA-29AF-9878-FBC0C2E3FC37}"/>
              </a:ext>
            </a:extLst>
          </p:cNvPr>
          <p:cNvSpPr txBox="1"/>
          <p:nvPr/>
        </p:nvSpPr>
        <p:spPr>
          <a:xfrm>
            <a:off x="6400800" y="1242290"/>
            <a:ext cx="4001095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7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Testing charts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CA5099C4-C116-3C02-E796-6B2427E016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3210769"/>
              </p:ext>
            </p:extLst>
          </p:nvPr>
        </p:nvGraphicFramePr>
        <p:xfrm>
          <a:off x="2712339" y="2586761"/>
          <a:ext cx="9174862" cy="53868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B5FBF4F-98DE-58C4-1A4D-CBCCD5804B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7954933"/>
              </p:ext>
            </p:extLst>
          </p:nvPr>
        </p:nvGraphicFramePr>
        <p:xfrm>
          <a:off x="13544549" y="2586762"/>
          <a:ext cx="8590027" cy="51937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4C4066A-D8A9-3C78-31C2-E44A8A4F53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9237624"/>
              </p:ext>
            </p:extLst>
          </p:nvPr>
        </p:nvGraphicFramePr>
        <p:xfrm>
          <a:off x="12959715" y="7780553"/>
          <a:ext cx="9174862" cy="53868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92F20D8-CD15-FDE3-50F1-368EC00849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3396203"/>
              </p:ext>
            </p:extLst>
          </p:nvPr>
        </p:nvGraphicFramePr>
        <p:xfrm>
          <a:off x="2712339" y="7973568"/>
          <a:ext cx="9174862" cy="53868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64964516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DC3CE2-CDA4-B1C2-A932-9BF26530F668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Test Filling Table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678D32B-D8C0-520E-0205-90B85FD0A9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7972906"/>
              </p:ext>
            </p:extLst>
          </p:nvPr>
        </p:nvGraphicFramePr>
        <p:xfrm>
          <a:off x="1207689" y="2313976"/>
          <a:ext cx="2125474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254745">
                  <a:extLst>
                    <a:ext uri="{9D8B030D-6E8A-4147-A177-3AD203B41FA5}">
                      <a16:colId xmlns:a16="http://schemas.microsoft.com/office/drawing/2014/main" val="2418393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 err="1">
                          <a:solidFill>
                            <a:sysClr val="windowText" lastClr="000000"/>
                          </a:solidFill>
                        </a:rPr>
                        <a:t>feathery.add_table</a:t>
                      </a:r>
                      <a:r>
                        <a:rPr lang="en-US" sz="800" b="1" dirty="0">
                          <a:solidFill>
                            <a:sysClr val="windowText" lastClr="000000"/>
                          </a:solidFill>
                        </a:rPr>
                        <a:t>=</a:t>
                      </a:r>
                      <a:r>
                        <a:rPr lang="en-US" sz="800" b="1" dirty="0" err="1">
                          <a:solidFill>
                            <a:sysClr val="windowText" lastClr="000000"/>
                          </a:solidFill>
                        </a:rPr>
                        <a:t>styled_table</a:t>
                      </a:r>
                      <a:endParaRPr 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2311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994041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A7AAD3-75CD-48B6-6B0F-C85DA5BD2894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Test conditional text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A43222-C8BC-B008-A168-8470BA1872C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BF3D32-B734-AF9F-4D26-B184AAF53DF2}"/>
              </a:ext>
            </a:extLst>
          </p:cNvPr>
          <p:cNvSpPr txBox="1"/>
          <p:nvPr/>
        </p:nvSpPr>
        <p:spPr>
          <a:xfrm>
            <a:off x="1206500" y="4716888"/>
            <a:ext cx="5486400" cy="276178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spAutoFit/>
          </a:bodyPr>
          <a:lstStyle/>
          <a:p>
            <a:pPr>
              <a:spcBef>
                <a:spcPts val="0"/>
              </a:spcBef>
            </a:pPr>
            <a:r>
              <a:rPr lang="en-US" dirty="0"/>
              <a:t>{% if does not exist %}shown{% else %}hidden{% endif %}</a:t>
            </a:r>
            <a:endParaRPr kumimoji="0" lang="en-US" sz="4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105442-9D29-C6FC-D2AA-127F2016894F}"/>
              </a:ext>
            </a:extLst>
          </p:cNvPr>
          <p:cNvSpPr txBox="1"/>
          <p:nvPr/>
        </p:nvSpPr>
        <p:spPr>
          <a:xfrm>
            <a:off x="20473481" y="43746"/>
            <a:ext cx="3910519" cy="276178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spAutoFit/>
          </a:bodyPr>
          <a:lstStyle/>
          <a:p>
            <a:pPr>
              <a:spcBef>
                <a:spcPts val="0"/>
              </a:spcBef>
            </a:pPr>
            <a:r>
              <a:rPr lang="en-US" dirty="0"/>
              <a:t>{% if Plan Year %}{{ Plan Year }}{% endif %}</a:t>
            </a:r>
            <a:endParaRPr kumimoji="0" lang="en-US" sz="4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8D4C60-1A52-ECD9-9CC4-5D16C98B875B}"/>
              </a:ext>
            </a:extLst>
          </p:cNvPr>
          <p:cNvSpPr txBox="1"/>
          <p:nvPr/>
        </p:nvSpPr>
        <p:spPr>
          <a:xfrm>
            <a:off x="1206500" y="7478670"/>
            <a:ext cx="6342434" cy="20969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spAutoFit/>
          </a:bodyPr>
          <a:lstStyle/>
          <a:p>
            <a:pPr>
              <a:spcBef>
                <a:spcPts val="0"/>
              </a:spcBef>
            </a:pPr>
            <a:r>
              <a:rPr lang="en-US" dirty="0"/>
              <a:t>{% for row in </a:t>
            </a:r>
            <a:r>
              <a:rPr lang="en-US" dirty="0" err="1"/>
              <a:t>my_table</a:t>
            </a:r>
            <a:r>
              <a:rPr lang="en-US" dirty="0"/>
              <a:t> %}{{ row[0] }} {% </a:t>
            </a:r>
            <a:r>
              <a:rPr lang="en-US" dirty="0" err="1"/>
              <a:t>endfor</a:t>
            </a:r>
            <a:r>
              <a:rPr lang="en-US" dirty="0"/>
              <a:t> %}</a:t>
            </a:r>
            <a:endParaRPr kumimoji="0" lang="en-US" sz="4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AC3E61-E3F6-53C0-8761-4DA1BEE7D56F}"/>
              </a:ext>
            </a:extLst>
          </p:cNvPr>
          <p:cNvSpPr txBox="1"/>
          <p:nvPr/>
        </p:nvSpPr>
        <p:spPr>
          <a:xfrm>
            <a:off x="1206500" y="2616838"/>
            <a:ext cx="7431932" cy="20969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spAutoFit/>
          </a:bodyPr>
          <a:lstStyle/>
          <a:p>
            <a:pPr>
              <a:spcBef>
                <a:spcPts val="0"/>
              </a:spcBef>
            </a:pPr>
            <a:r>
              <a:rPr lang="en-US" dirty="0"/>
              <a:t>{% if valid %}{% if num1 %}both true{% endif %}{% endif %}</a:t>
            </a:r>
            <a:endParaRPr kumimoji="0" lang="en-US" sz="4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97D517-5E6E-02D7-4572-F555650886E2}"/>
              </a:ext>
            </a:extLst>
          </p:cNvPr>
          <p:cNvSpPr txBox="1"/>
          <p:nvPr/>
        </p:nvSpPr>
        <p:spPr>
          <a:xfrm>
            <a:off x="1206500" y="10736209"/>
            <a:ext cx="8404698" cy="1432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spAutoFit/>
          </a:bodyPr>
          <a:lstStyle/>
          <a:p>
            <a:pPr>
              <a:spcBef>
                <a:spcPts val="0"/>
              </a:spcBef>
            </a:pPr>
            <a:r>
              <a:rPr lang="en-US" dirty="0"/>
              <a:t>Before {% if valid %}{{ valid }}{% endif %} After</a:t>
            </a:r>
            <a:endParaRPr kumimoji="0" lang="en-US" sz="4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8A1DC8-51A5-AE24-2499-2E00BE7DB11B}"/>
              </a:ext>
            </a:extLst>
          </p:cNvPr>
          <p:cNvSpPr txBox="1"/>
          <p:nvPr/>
        </p:nvSpPr>
        <p:spPr>
          <a:xfrm>
            <a:off x="1206500" y="1819536"/>
            <a:ext cx="5971702" cy="1432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spAutoFit/>
          </a:bodyPr>
          <a:lstStyle/>
          <a:p>
            <a:pPr>
              <a:spcBef>
                <a:spcPts val="0"/>
              </a:spcBef>
            </a:pPr>
            <a:r>
              <a:rPr lang="en-US" dirty="0"/>
              <a:t>{% if valid %}Field is set{% endif %}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34F8F2-1E6E-5588-BB63-CFEB14CDDA5B}"/>
              </a:ext>
            </a:extLst>
          </p:cNvPr>
          <p:cNvSpPr txBox="1"/>
          <p:nvPr/>
        </p:nvSpPr>
        <p:spPr>
          <a:xfrm>
            <a:off x="5791200" y="-6946035"/>
            <a:ext cx="102657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7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3657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{%p if valid %}</a:t>
            </a:r>
          </a:p>
          <a:p>
            <a:r>
              <a:rPr sz="1000"/>
              <a:t>Break kept</a:t>
            </a:r>
            <a:br/>
            <a:r>
              <a:rPr sz="1000"/>
              <a:t>second line</a:t>
            </a:r>
          </a:p>
          <a:p>
            <a:r>
              <a:rPr sz="1000"/>
              <a:t>{%p endif %}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3716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Outside</a:t>
            </a:r>
            <a:br/>
            <a:r>
              <a:rPr sz="1000"/>
              <a:t>the block</a:t>
            </a:r>
          </a:p>
          <a:p>
            <a:r>
              <a:rPr sz="1000"/>
              <a:t>{%p if valid %}</a:t>
            </a:r>
          </a:p>
          <a:p>
            <a:r>
              <a:rPr sz="1000"/>
              <a:t>Inside</a:t>
            </a:r>
          </a:p>
          <a:p>
            <a:r>
              <a:rPr sz="1000"/>
              <a:t>{%p endif %}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3774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{%p if falsy_var %}</a:t>
            </a:r>
          </a:p>
          <a:p>
            <a:r>
              <a:rPr sz="1000"/>
              <a:t>Dropped</a:t>
            </a:r>
            <a:br/>
            <a:r>
              <a:rPr sz="1000"/>
              <a:t>gone</a:t>
            </a:r>
          </a:p>
          <a:p>
            <a:r>
              <a:rPr sz="1000"/>
              <a:t>{%p endif %}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3832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{%p for row in my_table %}</a:t>
            </a:r>
          </a:p>
          <a:p>
            <a:r>
              <a:rPr sz="1000"/>
              <a:t>{{ row[0] }}</a:t>
            </a:r>
            <a:br/>
            <a:r>
              <a:rPr sz="1000"/>
              <a:t>loop</a:t>
            </a:r>
          </a:p>
          <a:p>
            <a:r>
              <a:rPr sz="1000"/>
              <a:t>{%p endfor %}</a:t>
            </a:r>
          </a:p>
        </p:txBody>
      </p:sp>
    </p:spTree>
    <p:extLst>
      <p:ext uri="{BB962C8B-B14F-4D97-AF65-F5344CB8AC3E}">
        <p14:creationId xmlns:p14="http://schemas.microsoft.com/office/powerpoint/2010/main" val="82602913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995ED6-EFC9-9BAD-1E59-45DFEF24674E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Hyperlink Test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B1F670-4638-97EA-A886-B1A9F6E3485B}"/>
              </a:ext>
            </a:extLst>
          </p:cNvPr>
          <p:cNvSpPr txBox="1"/>
          <p:nvPr/>
        </p:nvSpPr>
        <p:spPr>
          <a:xfrm>
            <a:off x="1592037" y="3298224"/>
            <a:ext cx="13634356" cy="7571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{{ website }}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6241B1-4096-0FF2-3005-B6897C4AEC38}"/>
              </a:ext>
            </a:extLst>
          </p:cNvPr>
          <p:cNvSpPr txBox="1"/>
          <p:nvPr/>
        </p:nvSpPr>
        <p:spPr>
          <a:xfrm>
            <a:off x="1592037" y="4522720"/>
            <a:ext cx="13634356" cy="7571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Checkout my site: {{ website }}. Thanks!</a:t>
            </a:r>
          </a:p>
        </p:txBody>
      </p:sp>
    </p:spTree>
    <p:extLst>
      <p:ext uri="{BB962C8B-B14F-4D97-AF65-F5344CB8AC3E}">
        <p14:creationId xmlns:p14="http://schemas.microsoft.com/office/powerpoint/2010/main" val="250447696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828800"/>
          <a:ext cx="109728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0"/>
                <a:gridCol w="3657600"/>
              </a:tblGrid>
              <a:tr h="914400">
                <a:tc>
                  <a:txBody>
                    <a:bodyPr/>
                    <a:lstStyle/>
                    <a:p>
                      <a:r>
                        <a:rPr sz="1400"/>
                        <a:t>feathery.add_table = width_table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914400"/>
            <a:ext cx="1645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Proportional column widths: 8in label + 4in data column, grown to 4 columns. The label column keeps its 8in and the 4in column's space splits three ways, so the table stays exactly 12in wide.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784</Words>
  <Application>Microsoft Macintosh PowerPoint</Application>
  <PresentationFormat>Custom</PresentationFormat>
  <Paragraphs>81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Helvetica Neue</vt:lpstr>
      <vt:lpstr>Helvetica Neue Medium</vt:lpstr>
      <vt:lpstr>21_BasicWhite</vt:lpstr>
      <vt:lpstr>PowerPoint Presentation</vt:lpstr>
      <vt:lpstr>This page should be removed</vt:lpstr>
      <vt:lpstr>{{valid_var}} is fine and {{valid_var_2}} is longer concat: {{valid_var + ', ‘ + valid_var_2}} {{ 3 * 4 }} should be 12 invalid var: {{invalid var}} should work invalid-var-2 : {{invalid-var-2}} should work {{“text”}}: {{valid}} {{valid_var}} {{3*4}}{{invalid var}}{{6-3}} {{3*4}}{{invalid var}}hi{{6-3}} {{3*4}}{{not_exist}}{{6-3}} {{3*4}}{{not_exist}}hi{{6-3}} {{3*4}}{{non existent plus space}}{{6-3}} {{3*4}}{{non existent plus space}}hi{{6-3}} {{3*4}}{{valid_var}}{{6-3}} {{3*4}}{{valid_var}}hi{{6-3}} Two runs: {{invalid var}} Multiple runs: {{valid}} - {{12+4}} - {{valid_var}} - {{invalid var}} {{Plan Year}}, {{Plan Year End Date}}, {{ Year End}}, {{End Date}}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Tyler Trebitowski</cp:lastModifiedBy>
  <cp:revision>20</cp:revision>
  <dcterms:modified xsi:type="dcterms:W3CDTF">2026-04-30T18:53:18Z</dcterms:modified>
</cp:coreProperties>
</file>