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15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8.xml"/>
  <Override ContentType="application/vnd.openxmlformats-officedocument.presentationml.slide+xml" PartName="/ppt/slides/slide20.xml"/>
  <Override ContentType="application/vnd.openxmlformats-officedocument.presentationml.presentation.main+xml" PartName="/ppt/presentation.xml"/>
  <Override ContentType="application/vnd.openxmlformats-officedocument.theme+xml" PartName="/ppt/theme/theme2.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5"/>
  </p:sldMasterIdLst>
  <p:sldIdLst>
    <p:sldId id="273" r:id="rId24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_rels/presentation.xml.rels><Relationships xmlns="http://schemas.openxmlformats.org/package/2006/relationships"><Relationship Id="rId24" Type="http://schemas.openxmlformats.org/officeDocument/2006/relationships/slide" Target="slides/slide18.xml"/><Relationship Id="rId26" Type="http://schemas.openxmlformats.org/officeDocument/2006/relationships/slide" Target="slides/slide20.xml"/><Relationship Id="rId5" Type="http://schemas.openxmlformats.org/officeDocument/2006/relationships/slideMaster" Target="slideMasters/slideMaster2.xml"/></Relationships>
</file>

<file path=ppt/slideLayouts/_rels/slideLayout15.xml.rels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ainers">
  <p:cSld name="BLANK_1_1_1_1_2_1_1">
    <p:bg>
      <p:bgPr>
        <a:solidFill>
          <a:schemeClr val="accent4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82" name="Google Shape;82;p17"/>
          <p:cNvSpPr txBox="1"/>
          <p:nvPr/>
        </p:nvSpPr>
        <p:spPr>
          <a:xfrm>
            <a:off x="8434809" y="46307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rPr>
              <a:t>‹#›</a:t>
            </a:fld>
            <a:endParaRPr sz="700">
              <a:solidFill>
                <a:schemeClr val="dk2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11275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2" type="subTitle"/>
          </p:nvPr>
        </p:nvSpPr>
        <p:spPr>
          <a:xfrm>
            <a:off x="2308388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3" type="subTitle"/>
          </p:nvPr>
        </p:nvSpPr>
        <p:spPr>
          <a:xfrm>
            <a:off x="4608238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4" type="subTitle"/>
          </p:nvPr>
        </p:nvSpPr>
        <p:spPr>
          <a:xfrm>
            <a:off x="6908075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accent5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/>
          <p:nvPr/>
        </p:nvSpPr>
        <p:spPr>
          <a:xfrm flipH="1" rot="10800000">
            <a:off x="225325" y="225450"/>
            <a:ext cx="6483000" cy="3256800"/>
          </a:xfrm>
          <a:prstGeom prst="round1Rect">
            <a:avLst>
              <a:gd fmla="val 1638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206" name="Google Shape;206;p32"/>
          <p:cNvSpPr/>
          <p:nvPr/>
        </p:nvSpPr>
        <p:spPr>
          <a:xfrm flipH="1">
            <a:off x="5600700" y="3575950"/>
            <a:ext cx="1108200" cy="11082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207" name="Google Shape;207;p32"/>
          <p:cNvSpPr/>
          <p:nvPr/>
        </p:nvSpPr>
        <p:spPr>
          <a:xfrm>
            <a:off x="6802800" y="228600"/>
            <a:ext cx="2112600" cy="4455600"/>
          </a:xfrm>
          <a:prstGeom prst="roundRect">
            <a:avLst>
              <a:gd fmla="val 328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08" name="Google Shape;208;p32"/>
          <p:cNvSpPr txBox="1"/>
          <p:nvPr>
            <p:ph type="title"/>
          </p:nvPr>
        </p:nvSpPr>
        <p:spPr>
          <a:xfrm>
            <a:off x="462225" y="493150"/>
            <a:ext cx="5944800" cy="15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subTitle"/>
          </p:nvPr>
        </p:nvSpPr>
        <p:spPr>
          <a:xfrm>
            <a:off x="467375" y="2472638"/>
            <a:ext cx="5557200" cy="668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2.xml.rels><Relationships xmlns="http://schemas.openxmlformats.org/package/2006/relationships"><Relationship Id="rId41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801500"/>
            <a:ext cx="5760600" cy="3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52" name="Google Shape;52;p13"/>
          <p:cNvSpPr txBox="1"/>
          <p:nvPr/>
        </p:nvSpPr>
        <p:spPr>
          <a:xfrm>
            <a:off x="8434809" y="46307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rPr>
              <a:t>‹#›</a:t>
            </a:fld>
            <a:endParaRPr sz="7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295550" y="457200"/>
            <a:ext cx="4859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facad Flux"/>
              <a:buNone/>
              <a:defRPr b="1" sz="30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3785175" y="1949425"/>
            <a:ext cx="4057800" cy="20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8.xml.rels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1"/>
          <p:cNvSpPr/>
          <p:nvPr/>
        </p:nvSpPr>
        <p:spPr>
          <a:xfrm>
            <a:off x="338" y="1767275"/>
            <a:ext cx="2236200" cy="2912400"/>
          </a:xfrm>
          <a:prstGeom prst="round1Rect">
            <a:avLst>
              <a:gd fmla="val 2077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" marR="88257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65" name="Google Shape;665;p71"/>
          <p:cNvSpPr/>
          <p:nvPr/>
        </p:nvSpPr>
        <p:spPr>
          <a:xfrm flipH="1">
            <a:off x="2302913" y="1767275"/>
            <a:ext cx="2236200" cy="2912400"/>
          </a:xfrm>
          <a:prstGeom prst="round1Rect">
            <a:avLst>
              <a:gd fmla="val 2077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66" name="Google Shape;666;p71"/>
          <p:cNvSpPr/>
          <p:nvPr/>
        </p:nvSpPr>
        <p:spPr>
          <a:xfrm flipH="1">
            <a:off x="6908063" y="1767275"/>
            <a:ext cx="2236200" cy="2912400"/>
          </a:xfrm>
          <a:prstGeom prst="round1Rect">
            <a:avLst>
              <a:gd fmla="val 2077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67" name="Google Shape;667;p71"/>
          <p:cNvSpPr/>
          <p:nvPr/>
        </p:nvSpPr>
        <p:spPr>
          <a:xfrm>
            <a:off x="4605488" y="1767275"/>
            <a:ext cx="2236200" cy="2912400"/>
          </a:xfrm>
          <a:prstGeom prst="round1Rect">
            <a:avLst>
              <a:gd fmla="val 2077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" marR="88257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68" name="Google Shape;668;p71"/>
          <p:cNvSpPr txBox="1"/>
          <p:nvPr>
            <p:ph type="title"/>
          </p:nvPr>
        </p:nvSpPr>
        <p:spPr>
          <a:xfrm>
            <a:off x="137160" y="228600"/>
            <a:ext cx="6480300" cy="12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What you want to achieve.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Who you want to be.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69" name="Google Shape;669;p71"/>
          <p:cNvSpPr txBox="1"/>
          <p:nvPr>
            <p:ph idx="1" type="subTitle"/>
          </p:nvPr>
        </p:nvSpPr>
        <p:spPr>
          <a:xfrm>
            <a:off x="11275" y="2137575"/>
            <a:ext cx="2236200" cy="25422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Talk about a goal, hope, or dream</a:t>
            </a:r>
            <a:endParaRPr/>
          </a:p>
          <a:p>
            <a:pPr indent="0" lvl="0" marL="114300" marR="199572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It can be related to your work or your new role. </a:t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But it can also be a personal goal, such as a city you’d like to visit or a language you’d like to learn.</a:t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70" name="Google Shape;670;p71"/>
          <p:cNvSpPr txBox="1"/>
          <p:nvPr>
            <p:ph idx="2" type="subTitle"/>
          </p:nvPr>
        </p:nvSpPr>
        <p:spPr>
          <a:xfrm>
            <a:off x="2277925" y="2137575"/>
            <a:ext cx="2236200" cy="25422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rm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 goal, hope, or dream</a:t>
            </a:r>
            <a:endParaRPr/>
          </a:p>
          <a:p>
            <a:pPr indent="0" lvl="0" marL="114300" marR="199572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It can be related to your work or your new role. </a:t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But it can also be a personal goal, such as a city you’d like to visit or a language you’d like to learn.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71"/>
          <p:cNvSpPr txBox="1"/>
          <p:nvPr>
            <p:ph idx="3" type="subTitle"/>
          </p:nvPr>
        </p:nvSpPr>
        <p:spPr>
          <a:xfrm>
            <a:off x="4608238" y="2137575"/>
            <a:ext cx="2236200" cy="25422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rm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 goal, hope, or dream</a:t>
            </a:r>
            <a:endParaRPr/>
          </a:p>
          <a:p>
            <a:pPr indent="0" lvl="0" marL="114300" marR="199572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It can be related to your work or your new role. </a:t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But it can also be a personal goal, such as a city you’d like to visit or a language you’d like to learn.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71"/>
          <p:cNvSpPr txBox="1"/>
          <p:nvPr>
            <p:ph idx="4" type="subTitle"/>
          </p:nvPr>
        </p:nvSpPr>
        <p:spPr>
          <a:xfrm>
            <a:off x="6908075" y="2137575"/>
            <a:ext cx="2236200" cy="25422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rm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 goal, hope, or dream</a:t>
            </a:r>
            <a:endParaRPr/>
          </a:p>
          <a:p>
            <a:pPr indent="0" lvl="0" marL="114300" marR="199572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It can be related to your work or your new role. </a:t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But it can also be a personal goal, such as a city you’d like to visit or a language you’d like to learn.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3"/>
          <p:cNvSpPr txBox="1"/>
          <p:nvPr>
            <p:ph type="title"/>
          </p:nvPr>
        </p:nvSpPr>
        <p:spPr>
          <a:xfrm>
            <a:off x="462225" y="493150"/>
            <a:ext cx="59448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684" name="Google Shape;684;p73"/>
          <p:cNvSpPr txBox="1"/>
          <p:nvPr>
            <p:ph idx="1" type="subTitle"/>
          </p:nvPr>
        </p:nvSpPr>
        <p:spPr>
          <a:xfrm>
            <a:off x="467375" y="2472638"/>
            <a:ext cx="5557200" cy="668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conclude the presentation, write a few words about your future with the team and what you’ll achieve together.</a:t>
            </a:r>
            <a:endParaRPr/>
          </a:p>
        </p:txBody>
      </p:sp>
    </p:spTree>
  </p:cSld>
  <p:clrMapOvr>
    <a:masterClrMapping/>
  </p:clrMapOvr>
</p:sld>
</file>

<file path=ppt/theme/theme2.xml><?xml version="1.0" encoding="utf-8"?>
<a:theme xmlns:a="http://schemas.openxmlformats.org/drawingml/2006/main" xmlns:r="http://schemas.openxmlformats.org/officeDocument/2006/relationships" name="Playroom">
  <a:themeElements>
    <a:clrScheme name="Simple Light">
      <a:dk1>
        <a:srgbClr val="EEEEEE"/>
      </a:dk1>
      <a:lt1>
        <a:srgbClr val="000000"/>
      </a:lt1>
      <a:dk2>
        <a:srgbClr val="FFFFFA"/>
      </a:dk2>
      <a:lt2>
        <a:srgbClr val="BC84EE"/>
      </a:lt2>
      <a:accent1>
        <a:srgbClr val="C9F65B"/>
      </a:accent1>
      <a:accent2>
        <a:srgbClr val="FF823A"/>
      </a:accent2>
      <a:accent3>
        <a:srgbClr val="E8D1FF"/>
      </a:accent3>
      <a:accent4>
        <a:srgbClr val="5A6E28"/>
      </a:accent4>
      <a:accent5>
        <a:srgbClr val="DCFD8B"/>
      </a:accent5>
      <a:accent6>
        <a:srgbClr val="FDD5BD"/>
      </a:accent6>
      <a:hlink>
        <a:srgbClr val="68359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