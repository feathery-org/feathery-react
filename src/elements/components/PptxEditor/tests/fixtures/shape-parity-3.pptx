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5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30.xml"/>
  <Override ContentType="application/vnd.openxmlformats-officedocument.presentationml.slide+xml" PartName="/ppt/slides/slide25.xml"/>
  <Override ContentType="application/vnd.openxmlformats-officedocument.presentationml.slide+xml" PartName="/ppt/slides/slide23.xml"/>
  <Override ContentType="application/vnd.openxmlformats-officedocument.presentationml.presentation.main+xml" PartName="/ppt/presentation.xml"/>
  <Override ContentType="application/vnd.openxmlformats-officedocument.theme+xml" PartName="/ppt/theme/theme1.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9" r:id="rId5"/>
  </p:sldMasterIdLst>
  <p:sldIdLst>
    <p:sldId id="278" r:id="rId29"/>
    <p:sldId id="280" r:id="rId31"/>
    <p:sldId id="285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_rels/presentation.xml.rels><Relationships xmlns="http://schemas.openxmlformats.org/package/2006/relationships"><Relationship Id="rId5" Type="http://schemas.openxmlformats.org/officeDocument/2006/relationships/slideMaster" Target="slideMasters/slideMaster2.xml"/><Relationship Id="rId31" Type="http://schemas.openxmlformats.org/officeDocument/2006/relationships/slide" Target="slides/slide25.xml"/><Relationship Id="rId36" Type="http://schemas.openxmlformats.org/officeDocument/2006/relationships/slide" Target="slides/slide30.xml"/><Relationship Id="rId29" Type="http://schemas.openxmlformats.org/officeDocument/2006/relationships/slide" Target="slides/slide23.xml"/></Relationships>
</file>

<file path=ppt/slideLayouts/_rels/slideLayout19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2.xml.rels><Relationships xmlns="http://schemas.openxmlformats.org/package/2006/relationships"><Relationship Id="rId50" Type="http://schemas.openxmlformats.org/officeDocument/2006/relationships/theme" Target="../theme/theme1.xml"/></Relationships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23.xml.rels>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85"/>
          <p:cNvSpPr/>
          <p:nvPr/>
        </p:nvSpPr>
        <p:spPr>
          <a:xfrm rot="-5400000">
            <a:off x="1897551" y="1618189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37" name="Google Shape;1337;p85"/>
          <p:cNvSpPr/>
          <p:nvPr/>
        </p:nvSpPr>
        <p:spPr>
          <a:xfrm rot="-5400000">
            <a:off x="4385907" y="1618189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38" name="Google Shape;1338;p85"/>
          <p:cNvSpPr/>
          <p:nvPr/>
        </p:nvSpPr>
        <p:spPr>
          <a:xfrm rot="-5400000">
            <a:off x="1897551" y="2783025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39" name="Google Shape;1339;p85"/>
          <p:cNvSpPr/>
          <p:nvPr/>
        </p:nvSpPr>
        <p:spPr>
          <a:xfrm rot="-5400000">
            <a:off x="4385907" y="2777212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40" name="Google Shape;1340;p85"/>
          <p:cNvSpPr/>
          <p:nvPr/>
        </p:nvSpPr>
        <p:spPr>
          <a:xfrm rot="-5400000">
            <a:off x="1897551" y="453437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41" name="Google Shape;1341;p85"/>
          <p:cNvSpPr/>
          <p:nvPr/>
        </p:nvSpPr>
        <p:spPr>
          <a:xfrm rot="-5400000">
            <a:off x="4385907" y="453494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42" name="Google Shape;1342;p85"/>
          <p:cNvSpPr/>
          <p:nvPr/>
        </p:nvSpPr>
        <p:spPr>
          <a:xfrm rot="5400000">
            <a:off x="6874232" y="1618122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43" name="Google Shape;1343;p85"/>
          <p:cNvSpPr/>
          <p:nvPr/>
        </p:nvSpPr>
        <p:spPr>
          <a:xfrm rot="5400000">
            <a:off x="6874232" y="2771846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44" name="Google Shape;1344;p85"/>
          <p:cNvSpPr/>
          <p:nvPr/>
        </p:nvSpPr>
        <p:spPr>
          <a:xfrm rot="5400000">
            <a:off x="6874232" y="469458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45" name="Google Shape;1345;p85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346" name="Google Shape;1346;p85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347" name="Google Shape;1347;p85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348" name="Google Shape;1348;p85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349" name="Google Shape;1349;p85"/>
          <p:cNvSpPr txBox="1"/>
          <p:nvPr>
            <p:ph idx="20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350" name="Google Shape;1350;p85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351" name="Google Shape;1351;p85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352" name="Google Shape;1352;p85"/>
          <p:cNvSpPr txBox="1"/>
          <p:nvPr>
            <p:ph idx="16" type="title"/>
          </p:nvPr>
        </p:nvSpPr>
        <p:spPr>
          <a:xfrm>
            <a:off x="1328751" y="1346706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353" name="Google Shape;1353;p85"/>
          <p:cNvSpPr txBox="1"/>
          <p:nvPr>
            <p:ph idx="17" type="title"/>
          </p:nvPr>
        </p:nvSpPr>
        <p:spPr>
          <a:xfrm>
            <a:off x="1328751" y="2511458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354" name="Google Shape;1354;p85"/>
          <p:cNvSpPr txBox="1"/>
          <p:nvPr>
            <p:ph idx="18" type="title"/>
          </p:nvPr>
        </p:nvSpPr>
        <p:spPr>
          <a:xfrm>
            <a:off x="1328751" y="3676294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355" name="Google Shape;1355;p85"/>
          <p:cNvSpPr txBox="1"/>
          <p:nvPr>
            <p:ph idx="14" type="title"/>
          </p:nvPr>
        </p:nvSpPr>
        <p:spPr>
          <a:xfrm>
            <a:off x="6373532" y="1369856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356" name="Google Shape;1356;p85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357" name="Google Shape;1357;p85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58" name="Google Shape;1358;p85"/>
          <p:cNvSpPr txBox="1"/>
          <p:nvPr>
            <p:ph idx="7" type="title"/>
          </p:nvPr>
        </p:nvSpPr>
        <p:spPr>
          <a:xfrm>
            <a:off x="3885207" y="1353963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359" name="Google Shape;1359;p85"/>
          <p:cNvSpPr txBox="1"/>
          <p:nvPr>
            <p:ph idx="7" type="title"/>
          </p:nvPr>
        </p:nvSpPr>
        <p:spPr>
          <a:xfrm>
            <a:off x="3885207" y="2518658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360" name="Google Shape;1360;p85"/>
          <p:cNvSpPr txBox="1"/>
          <p:nvPr>
            <p:ph idx="7" type="title"/>
          </p:nvPr>
        </p:nvSpPr>
        <p:spPr>
          <a:xfrm>
            <a:off x="3885207" y="3677681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361" name="Google Shape;1361;p85"/>
          <p:cNvSpPr txBox="1"/>
          <p:nvPr>
            <p:ph idx="14" type="title"/>
          </p:nvPr>
        </p:nvSpPr>
        <p:spPr>
          <a:xfrm>
            <a:off x="6373532" y="2518520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362" name="Google Shape;1362;p85"/>
          <p:cNvSpPr txBox="1"/>
          <p:nvPr>
            <p:ph idx="14" type="title"/>
          </p:nvPr>
        </p:nvSpPr>
        <p:spPr>
          <a:xfrm>
            <a:off x="6373532" y="3672244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87"/>
          <p:cNvGrpSpPr/>
          <p:nvPr/>
        </p:nvGrpSpPr>
        <p:grpSpPr>
          <a:xfrm>
            <a:off x="7606813" y="703147"/>
            <a:ext cx="1133946" cy="748551"/>
            <a:chOff x="5697850" y="709700"/>
            <a:chExt cx="1039745" cy="831815"/>
          </a:xfrm>
        </p:grpSpPr>
        <p:sp>
          <p:nvSpPr>
            <p:cNvPr id="1387" name="Google Shape;1387;p87"/>
            <p:cNvSpPr/>
            <p:nvPr/>
          </p:nvSpPr>
          <p:spPr>
            <a:xfrm>
              <a:off x="5697850" y="709700"/>
              <a:ext cx="206400" cy="170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88" name="Google Shape;1388;p87"/>
            <p:cNvSpPr/>
            <p:nvPr/>
          </p:nvSpPr>
          <p:spPr>
            <a:xfrm>
              <a:off x="5975892" y="737602"/>
              <a:ext cx="7188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Responsible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89" name="Google Shape;1389;p87"/>
            <p:cNvSpPr/>
            <p:nvPr/>
          </p:nvSpPr>
          <p:spPr>
            <a:xfrm>
              <a:off x="5697850" y="927853"/>
              <a:ext cx="206400" cy="170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0" name="Google Shape;1390;p87"/>
            <p:cNvSpPr/>
            <p:nvPr/>
          </p:nvSpPr>
          <p:spPr>
            <a:xfrm>
              <a:off x="5975895" y="9557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Accountable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1" name="Google Shape;1391;p87"/>
            <p:cNvSpPr/>
            <p:nvPr/>
          </p:nvSpPr>
          <p:spPr>
            <a:xfrm>
              <a:off x="5697850" y="1146003"/>
              <a:ext cx="206400" cy="170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2" name="Google Shape;1392;p87"/>
            <p:cNvSpPr/>
            <p:nvPr/>
          </p:nvSpPr>
          <p:spPr>
            <a:xfrm>
              <a:off x="5975895" y="117389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Consulted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3" name="Google Shape;1393;p87"/>
            <p:cNvSpPr/>
            <p:nvPr/>
          </p:nvSpPr>
          <p:spPr>
            <a:xfrm>
              <a:off x="5697850" y="1371115"/>
              <a:ext cx="206400" cy="170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4" name="Google Shape;1394;p87"/>
            <p:cNvSpPr/>
            <p:nvPr/>
          </p:nvSpPr>
          <p:spPr>
            <a:xfrm>
              <a:off x="5975895" y="1392054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Informed 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395" name="Google Shape;1395;p87"/>
          <p:cNvSpPr txBox="1"/>
          <p:nvPr>
            <p:ph idx="3" type="title"/>
          </p:nvPr>
        </p:nvSpPr>
        <p:spPr>
          <a:xfrm>
            <a:off x="228600" y="4748562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396" name="Google Shape;1396;p8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97" name="Google Shape;1397;p87"/>
          <p:cNvSpPr txBox="1"/>
          <p:nvPr>
            <p:ph idx="2" type="title"/>
          </p:nvPr>
        </p:nvSpPr>
        <p:spPr>
          <a:xfrm>
            <a:off x="115025" y="502775"/>
            <a:ext cx="58290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RACI matrix project </a:t>
            </a:r>
            <a:r>
              <a:rPr lang="en"/>
              <a:t>management</a:t>
            </a:r>
            <a:r>
              <a:rPr lang="en"/>
              <a:t> </a:t>
            </a:r>
            <a:endParaRPr/>
          </a:p>
        </p:txBody>
      </p:sp>
      <p:grpSp>
        <p:nvGrpSpPr>
          <p:cNvPr id="1398" name="Google Shape;1398;p87"/>
          <p:cNvGrpSpPr/>
          <p:nvPr/>
        </p:nvGrpSpPr>
        <p:grpSpPr>
          <a:xfrm>
            <a:off x="242650" y="1752913"/>
            <a:ext cx="8498175" cy="2460738"/>
            <a:chOff x="242650" y="1752913"/>
            <a:chExt cx="8498175" cy="2460738"/>
          </a:xfrm>
        </p:grpSpPr>
        <p:sp>
          <p:nvSpPr>
            <p:cNvPr id="1399" name="Google Shape;1399;p87"/>
            <p:cNvSpPr/>
            <p:nvPr/>
          </p:nvSpPr>
          <p:spPr>
            <a:xfrm>
              <a:off x="2267925" y="21993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00" name="Google Shape;1400;p87"/>
            <p:cNvSpPr/>
            <p:nvPr/>
          </p:nvSpPr>
          <p:spPr>
            <a:xfrm>
              <a:off x="242650" y="216535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1 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01" name="Google Shape;1401;p87"/>
            <p:cNvSpPr/>
            <p:nvPr/>
          </p:nvSpPr>
          <p:spPr>
            <a:xfrm>
              <a:off x="242650" y="2588025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02" name="Google Shape;1402;p87"/>
            <p:cNvSpPr/>
            <p:nvPr/>
          </p:nvSpPr>
          <p:spPr>
            <a:xfrm>
              <a:off x="242650" y="301070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03" name="Google Shape;1403;p87"/>
            <p:cNvSpPr/>
            <p:nvPr/>
          </p:nvSpPr>
          <p:spPr>
            <a:xfrm>
              <a:off x="242650" y="3433375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04" name="Google Shape;1404;p87"/>
            <p:cNvSpPr/>
            <p:nvPr/>
          </p:nvSpPr>
          <p:spPr>
            <a:xfrm>
              <a:off x="242650" y="385605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5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05" name="Google Shape;1405;p87"/>
            <p:cNvSpPr/>
            <p:nvPr/>
          </p:nvSpPr>
          <p:spPr>
            <a:xfrm>
              <a:off x="2267925" y="263242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06" name="Google Shape;1406;p87"/>
            <p:cNvSpPr/>
            <p:nvPr/>
          </p:nvSpPr>
          <p:spPr>
            <a:xfrm>
              <a:off x="2267925" y="305510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07" name="Google Shape;1407;p87"/>
            <p:cNvSpPr/>
            <p:nvPr/>
          </p:nvSpPr>
          <p:spPr>
            <a:xfrm>
              <a:off x="2267925" y="34777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08" name="Google Shape;1408;p87"/>
            <p:cNvSpPr/>
            <p:nvPr/>
          </p:nvSpPr>
          <p:spPr>
            <a:xfrm>
              <a:off x="2267925" y="38879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09" name="Google Shape;1409;p87"/>
            <p:cNvSpPr/>
            <p:nvPr/>
          </p:nvSpPr>
          <p:spPr>
            <a:xfrm>
              <a:off x="4013688" y="21993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0" name="Google Shape;1410;p87"/>
            <p:cNvSpPr/>
            <p:nvPr/>
          </p:nvSpPr>
          <p:spPr>
            <a:xfrm>
              <a:off x="4013688" y="26324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1" name="Google Shape;1411;p87"/>
            <p:cNvSpPr/>
            <p:nvPr/>
          </p:nvSpPr>
          <p:spPr>
            <a:xfrm>
              <a:off x="4013688" y="30550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2" name="Google Shape;1412;p87"/>
            <p:cNvSpPr/>
            <p:nvPr/>
          </p:nvSpPr>
          <p:spPr>
            <a:xfrm>
              <a:off x="4013688" y="34777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3" name="Google Shape;1413;p87"/>
            <p:cNvSpPr/>
            <p:nvPr/>
          </p:nvSpPr>
          <p:spPr>
            <a:xfrm>
              <a:off x="4013688" y="388795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4" name="Google Shape;1414;p87"/>
            <p:cNvSpPr/>
            <p:nvPr/>
          </p:nvSpPr>
          <p:spPr>
            <a:xfrm>
              <a:off x="5759475" y="21993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5" name="Google Shape;1415;p87"/>
            <p:cNvSpPr/>
            <p:nvPr/>
          </p:nvSpPr>
          <p:spPr>
            <a:xfrm>
              <a:off x="5759475" y="26324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6" name="Google Shape;1416;p87"/>
            <p:cNvSpPr/>
            <p:nvPr/>
          </p:nvSpPr>
          <p:spPr>
            <a:xfrm>
              <a:off x="5759475" y="30550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7" name="Google Shape;1417;p87"/>
            <p:cNvSpPr/>
            <p:nvPr/>
          </p:nvSpPr>
          <p:spPr>
            <a:xfrm>
              <a:off x="5759475" y="34777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8" name="Google Shape;1418;p87"/>
            <p:cNvSpPr/>
            <p:nvPr/>
          </p:nvSpPr>
          <p:spPr>
            <a:xfrm>
              <a:off x="5759475" y="388795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9" name="Google Shape;1419;p87"/>
            <p:cNvSpPr/>
            <p:nvPr/>
          </p:nvSpPr>
          <p:spPr>
            <a:xfrm>
              <a:off x="7505250" y="21889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0" name="Google Shape;1420;p87"/>
            <p:cNvSpPr/>
            <p:nvPr/>
          </p:nvSpPr>
          <p:spPr>
            <a:xfrm>
              <a:off x="7505250" y="262203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1" name="Google Shape;1421;p87"/>
            <p:cNvSpPr/>
            <p:nvPr/>
          </p:nvSpPr>
          <p:spPr>
            <a:xfrm>
              <a:off x="7505250" y="30447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2" name="Google Shape;1422;p87"/>
            <p:cNvSpPr/>
            <p:nvPr/>
          </p:nvSpPr>
          <p:spPr>
            <a:xfrm>
              <a:off x="7505250" y="34673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3" name="Google Shape;1423;p87"/>
            <p:cNvSpPr/>
            <p:nvPr/>
          </p:nvSpPr>
          <p:spPr>
            <a:xfrm>
              <a:off x="7505250" y="38775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4" name="Google Shape;1424;p87"/>
            <p:cNvSpPr txBox="1"/>
            <p:nvPr/>
          </p:nvSpPr>
          <p:spPr>
            <a:xfrm>
              <a:off x="2109725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1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5" name="Google Shape;1425;p87"/>
            <p:cNvSpPr txBox="1"/>
            <p:nvPr/>
          </p:nvSpPr>
          <p:spPr>
            <a:xfrm>
              <a:off x="3846300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2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6" name="Google Shape;1426;p87"/>
            <p:cNvSpPr txBox="1"/>
            <p:nvPr/>
          </p:nvSpPr>
          <p:spPr>
            <a:xfrm>
              <a:off x="5592075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3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7" name="Google Shape;1427;p87"/>
            <p:cNvSpPr txBox="1"/>
            <p:nvPr/>
          </p:nvSpPr>
          <p:spPr>
            <a:xfrm>
              <a:off x="7337850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4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cxnSp>
          <p:nvCxnSpPr>
            <p:cNvPr id="1428" name="Google Shape;1428;p87"/>
            <p:cNvCxnSpPr/>
            <p:nvPr/>
          </p:nvCxnSpPr>
          <p:spPr>
            <a:xfrm>
              <a:off x="1834225" y="2545625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9" name="Google Shape;1429;p87"/>
            <p:cNvCxnSpPr/>
            <p:nvPr/>
          </p:nvCxnSpPr>
          <p:spPr>
            <a:xfrm>
              <a:off x="1834225" y="2967225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0" name="Google Shape;1430;p87"/>
            <p:cNvCxnSpPr/>
            <p:nvPr/>
          </p:nvCxnSpPr>
          <p:spPr>
            <a:xfrm>
              <a:off x="1834225" y="3404000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1" name="Google Shape;1431;p87"/>
            <p:cNvCxnSpPr/>
            <p:nvPr/>
          </p:nvCxnSpPr>
          <p:spPr>
            <a:xfrm>
              <a:off x="1834225" y="3822750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92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