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1</a:t>
            </a:r>
          </a:p>
          <a:p>
            <a:pPr>
              <a:defRPr sz="1400"/>
            </a:pPr>
            <a:r>
              <a:t>Bullet 2 body text row 1 on slide 1</a:t>
            </a:r>
          </a:p>
          <a:p>
            <a:pPr>
              <a:defRPr sz="1600"/>
            </a:pPr>
            <a:r>
              <a:t>Bullet 3 body text row 1 on slide 1</a:t>
            </a:r>
          </a:p>
          <a:p>
            <a:pPr>
              <a:defRPr sz="1200"/>
            </a:pPr>
            <a:r>
              <a:t>Bullet 4 body text row 1 on slide 1</a:t>
            </a:r>
          </a:p>
          <a:p>
            <a:pPr>
              <a:defRPr sz="1400"/>
            </a:pPr>
            <a:r>
              <a:t>Bullet 5 body text row 1 on 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1</a:t>
            </a:r>
          </a:p>
          <a:p>
            <a:pPr>
              <a:defRPr sz="1400"/>
            </a:pPr>
            <a:r>
              <a:t>Bullet 2 body text row 2 on slide 1</a:t>
            </a:r>
          </a:p>
          <a:p>
            <a:pPr>
              <a:defRPr sz="1600"/>
            </a:pPr>
            <a:r>
              <a:t>Bullet 3 body text row 2 on slide 1</a:t>
            </a:r>
          </a:p>
          <a:p>
            <a:pPr>
              <a:defRPr sz="1200"/>
            </a:pPr>
            <a:r>
              <a:t>Bullet 4 body text row 2 on slide 1</a:t>
            </a:r>
          </a:p>
          <a:p>
            <a:pPr>
              <a:defRPr sz="1400"/>
            </a:pPr>
            <a:r>
              <a:t>Bullet 5 body text row 2 on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1</a:t>
            </a:r>
          </a:p>
          <a:p>
            <a:pPr>
              <a:defRPr sz="1400"/>
            </a:pPr>
            <a:r>
              <a:t>Bullet 2 body text row 3 on slide 1</a:t>
            </a:r>
          </a:p>
          <a:p>
            <a:pPr>
              <a:defRPr sz="1600"/>
            </a:pPr>
            <a:r>
              <a:t>Bullet 3 body text row 3 on slide 1</a:t>
            </a:r>
          </a:p>
          <a:p>
            <a:pPr>
              <a:defRPr sz="1200"/>
            </a:pPr>
            <a:r>
              <a:t>Bullet 4 body text row 3 on slide 1</a:t>
            </a:r>
          </a:p>
          <a:p>
            <a:pPr>
              <a:defRPr sz="1400"/>
            </a:pPr>
            <a:r>
              <a:t>Bullet 5 body text row 3 on slide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1</a:t>
            </a:r>
          </a:p>
          <a:p>
            <a:pPr>
              <a:defRPr sz="1400"/>
            </a:pPr>
            <a:r>
              <a:t>Bullet 2 body text row 4 on slide 1</a:t>
            </a:r>
          </a:p>
          <a:p>
            <a:pPr>
              <a:defRPr sz="1600"/>
            </a:pPr>
            <a:r>
              <a:t>Bullet 3 body text row 4 on slide 1</a:t>
            </a:r>
          </a:p>
          <a:p>
            <a:pPr>
              <a:defRPr sz="1200"/>
            </a:pPr>
            <a:r>
              <a:t>Bullet 4 body text row 4 on slide 1</a:t>
            </a:r>
          </a:p>
          <a:p>
            <a:pPr>
              <a:defRPr sz="1400"/>
            </a:pPr>
            <a:r>
              <a:t>Bullet 5 body text row 4 on slide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1</a:t>
            </a:r>
          </a:p>
          <a:p>
            <a:pPr>
              <a:defRPr sz="1400"/>
            </a:pPr>
            <a:r>
              <a:t>Bullet 2 body text row 5 on slide 1</a:t>
            </a:r>
          </a:p>
          <a:p>
            <a:pPr>
              <a:defRPr sz="1600"/>
            </a:pPr>
            <a:r>
              <a:t>Bullet 3 body text row 5 on slide 1</a:t>
            </a:r>
          </a:p>
          <a:p>
            <a:pPr>
              <a:defRPr sz="1200"/>
            </a:pPr>
            <a:r>
              <a:t>Bullet 4 body text row 5 on slide 1</a:t>
            </a:r>
          </a:p>
          <a:p>
            <a:pPr>
              <a:defRPr sz="1400"/>
            </a:pPr>
            <a:r>
              <a:t>Bullet 5 body text row 5 on slide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1</a:t>
            </a:r>
          </a:p>
          <a:p>
            <a:pPr>
              <a:defRPr sz="1400"/>
            </a:pPr>
            <a:r>
              <a:t>Bullet 2 body text row 6 on slide 1</a:t>
            </a:r>
          </a:p>
          <a:p>
            <a:pPr>
              <a:defRPr sz="1600"/>
            </a:pPr>
            <a:r>
              <a:t>Bullet 3 body text row 6 on slide 1</a:t>
            </a:r>
          </a:p>
          <a:p>
            <a:pPr>
              <a:defRPr sz="1200"/>
            </a:pPr>
            <a:r>
              <a:t>Bullet 4 body text row 6 on slide 1</a:t>
            </a:r>
          </a:p>
          <a:p>
            <a:pPr>
              <a:defRPr sz="1400"/>
            </a:pPr>
            <a:r>
              <a:t>Bullet 5 body text row 6 on slide 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2</a:t>
            </a:r>
          </a:p>
          <a:p>
            <a:pPr>
              <a:defRPr sz="1400"/>
            </a:pPr>
            <a:r>
              <a:t>Bullet 2 body text row 1 on slide 2</a:t>
            </a:r>
          </a:p>
          <a:p>
            <a:pPr>
              <a:defRPr sz="1600"/>
            </a:pPr>
            <a:r>
              <a:t>Bullet 3 body text row 1 on slide 2</a:t>
            </a:r>
          </a:p>
          <a:p>
            <a:pPr>
              <a:defRPr sz="1200"/>
            </a:pPr>
            <a:r>
              <a:t>Bullet 4 body text row 1 on slide 2</a:t>
            </a:r>
          </a:p>
          <a:p>
            <a:pPr>
              <a:defRPr sz="1400"/>
            </a:pPr>
            <a:r>
              <a:t>Bullet 5 body text row 1 on 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2</a:t>
            </a:r>
          </a:p>
          <a:p>
            <a:pPr>
              <a:defRPr sz="1400"/>
            </a:pPr>
            <a:r>
              <a:t>Bullet 2 body text row 2 on slide 2</a:t>
            </a:r>
          </a:p>
          <a:p>
            <a:pPr>
              <a:defRPr sz="1600"/>
            </a:pPr>
            <a:r>
              <a:t>Bullet 3 body text row 2 on slide 2</a:t>
            </a:r>
          </a:p>
          <a:p>
            <a:pPr>
              <a:defRPr sz="1200"/>
            </a:pPr>
            <a:r>
              <a:t>Bullet 4 body text row 2 on slide 2</a:t>
            </a:r>
          </a:p>
          <a:p>
            <a:pPr>
              <a:defRPr sz="1400"/>
            </a:pPr>
            <a:r>
              <a:t>Bullet 5 body text row 2 on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2</a:t>
            </a:r>
          </a:p>
          <a:p>
            <a:pPr>
              <a:defRPr sz="1400"/>
            </a:pPr>
            <a:r>
              <a:t>Bullet 2 body text row 3 on slide 2</a:t>
            </a:r>
          </a:p>
          <a:p>
            <a:pPr>
              <a:defRPr sz="1600"/>
            </a:pPr>
            <a:r>
              <a:t>Bullet 3 body text row 3 on slide 2</a:t>
            </a:r>
          </a:p>
          <a:p>
            <a:pPr>
              <a:defRPr sz="1200"/>
            </a:pPr>
            <a:r>
              <a:t>Bullet 4 body text row 3 on slide 2</a:t>
            </a:r>
          </a:p>
          <a:p>
            <a:pPr>
              <a:defRPr sz="1400"/>
            </a:pPr>
            <a:r>
              <a:t>Bullet 5 body text row 3 on slide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2</a:t>
            </a:r>
          </a:p>
          <a:p>
            <a:pPr>
              <a:defRPr sz="1400"/>
            </a:pPr>
            <a:r>
              <a:t>Bullet 2 body text row 4 on slide 2</a:t>
            </a:r>
          </a:p>
          <a:p>
            <a:pPr>
              <a:defRPr sz="1600"/>
            </a:pPr>
            <a:r>
              <a:t>Bullet 3 body text row 4 on slide 2</a:t>
            </a:r>
          </a:p>
          <a:p>
            <a:pPr>
              <a:defRPr sz="1200"/>
            </a:pPr>
            <a:r>
              <a:t>Bullet 4 body text row 4 on slide 2</a:t>
            </a:r>
          </a:p>
          <a:p>
            <a:pPr>
              <a:defRPr sz="1400"/>
            </a:pPr>
            <a:r>
              <a:t>Bullet 5 body text row 4 on slide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2</a:t>
            </a:r>
          </a:p>
          <a:p>
            <a:pPr>
              <a:defRPr sz="1400"/>
            </a:pPr>
            <a:r>
              <a:t>Bullet 2 body text row 5 on slide 2</a:t>
            </a:r>
          </a:p>
          <a:p>
            <a:pPr>
              <a:defRPr sz="1600"/>
            </a:pPr>
            <a:r>
              <a:t>Bullet 3 body text row 5 on slide 2</a:t>
            </a:r>
          </a:p>
          <a:p>
            <a:pPr>
              <a:defRPr sz="1200"/>
            </a:pPr>
            <a:r>
              <a:t>Bullet 4 body text row 5 on slide 2</a:t>
            </a:r>
          </a:p>
          <a:p>
            <a:pPr>
              <a:defRPr sz="1400"/>
            </a:pPr>
            <a:r>
              <a:t>Bullet 5 body text row 5 on slide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2</a:t>
            </a:r>
          </a:p>
          <a:p>
            <a:pPr>
              <a:defRPr sz="1400"/>
            </a:pPr>
            <a:r>
              <a:t>Bullet 2 body text row 6 on slide 2</a:t>
            </a:r>
          </a:p>
          <a:p>
            <a:pPr>
              <a:defRPr sz="1600"/>
            </a:pPr>
            <a:r>
              <a:t>Bullet 3 body text row 6 on slide 2</a:t>
            </a:r>
          </a:p>
          <a:p>
            <a:pPr>
              <a:defRPr sz="1200"/>
            </a:pPr>
            <a:r>
              <a:t>Bullet 4 body text row 6 on slide 2</a:t>
            </a:r>
          </a:p>
          <a:p>
            <a:pPr>
              <a:defRPr sz="1400"/>
            </a:pPr>
            <a:r>
              <a:t>Bullet 5 body text row 6 on slide 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3</a:t>
            </a:r>
          </a:p>
          <a:p>
            <a:pPr>
              <a:defRPr sz="1400"/>
            </a:pPr>
            <a:r>
              <a:t>Bullet 2 body text row 1 on slide 3</a:t>
            </a:r>
          </a:p>
          <a:p>
            <a:pPr>
              <a:defRPr sz="1600"/>
            </a:pPr>
            <a:r>
              <a:t>Bullet 3 body text row 1 on slide 3</a:t>
            </a:r>
          </a:p>
          <a:p>
            <a:pPr>
              <a:defRPr sz="1200"/>
            </a:pPr>
            <a:r>
              <a:t>Bullet 4 body text row 1 on slide 3</a:t>
            </a:r>
          </a:p>
          <a:p>
            <a:pPr>
              <a:defRPr sz="1400"/>
            </a:pPr>
            <a:r>
              <a:t>Bullet 5 body text row 1 on 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3</a:t>
            </a:r>
          </a:p>
          <a:p>
            <a:pPr>
              <a:defRPr sz="1400"/>
            </a:pPr>
            <a:r>
              <a:t>Bullet 2 body text row 2 on slide 3</a:t>
            </a:r>
          </a:p>
          <a:p>
            <a:pPr>
              <a:defRPr sz="1600"/>
            </a:pPr>
            <a:r>
              <a:t>Bullet 3 body text row 2 on slide 3</a:t>
            </a:r>
          </a:p>
          <a:p>
            <a:pPr>
              <a:defRPr sz="1200"/>
            </a:pPr>
            <a:r>
              <a:t>Bullet 4 body text row 2 on slide 3</a:t>
            </a:r>
          </a:p>
          <a:p>
            <a:pPr>
              <a:defRPr sz="1400"/>
            </a:pPr>
            <a:r>
              <a:t>Bullet 5 body text row 2 on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3</a:t>
            </a:r>
          </a:p>
          <a:p>
            <a:pPr>
              <a:defRPr sz="1400"/>
            </a:pPr>
            <a:r>
              <a:t>Bullet 2 body text row 3 on slide 3</a:t>
            </a:r>
          </a:p>
          <a:p>
            <a:pPr>
              <a:defRPr sz="1600"/>
            </a:pPr>
            <a:r>
              <a:t>Bullet 3 body text row 3 on slide 3</a:t>
            </a:r>
          </a:p>
          <a:p>
            <a:pPr>
              <a:defRPr sz="1200"/>
            </a:pPr>
            <a:r>
              <a:t>Bullet 4 body text row 3 on slide 3</a:t>
            </a:r>
          </a:p>
          <a:p>
            <a:pPr>
              <a:defRPr sz="1400"/>
            </a:pPr>
            <a:r>
              <a:t>Bullet 5 body text row 3 on slide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3</a:t>
            </a:r>
          </a:p>
          <a:p>
            <a:pPr>
              <a:defRPr sz="1400"/>
            </a:pPr>
            <a:r>
              <a:t>Bullet 2 body text row 4 on slide 3</a:t>
            </a:r>
          </a:p>
          <a:p>
            <a:pPr>
              <a:defRPr sz="1600"/>
            </a:pPr>
            <a:r>
              <a:t>Bullet 3 body text row 4 on slide 3</a:t>
            </a:r>
          </a:p>
          <a:p>
            <a:pPr>
              <a:defRPr sz="1200"/>
            </a:pPr>
            <a:r>
              <a:t>Bullet 4 body text row 4 on slide 3</a:t>
            </a:r>
          </a:p>
          <a:p>
            <a:pPr>
              <a:defRPr sz="1400"/>
            </a:pPr>
            <a:r>
              <a:t>Bullet 5 body text row 4 on slide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3</a:t>
            </a:r>
          </a:p>
          <a:p>
            <a:pPr>
              <a:defRPr sz="1400"/>
            </a:pPr>
            <a:r>
              <a:t>Bullet 2 body text row 5 on slide 3</a:t>
            </a:r>
          </a:p>
          <a:p>
            <a:pPr>
              <a:defRPr sz="1600"/>
            </a:pPr>
            <a:r>
              <a:t>Bullet 3 body text row 5 on slide 3</a:t>
            </a:r>
          </a:p>
          <a:p>
            <a:pPr>
              <a:defRPr sz="1200"/>
            </a:pPr>
            <a:r>
              <a:t>Bullet 4 body text row 5 on slide 3</a:t>
            </a:r>
          </a:p>
          <a:p>
            <a:pPr>
              <a:defRPr sz="1400"/>
            </a:pPr>
            <a:r>
              <a:t>Bullet 5 body text row 5 on slide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3</a:t>
            </a:r>
          </a:p>
          <a:p>
            <a:pPr>
              <a:defRPr sz="1400"/>
            </a:pPr>
            <a:r>
              <a:t>Bullet 2 body text row 6 on slide 3</a:t>
            </a:r>
          </a:p>
          <a:p>
            <a:pPr>
              <a:defRPr sz="1600"/>
            </a:pPr>
            <a:r>
              <a:t>Bullet 3 body text row 6 on slide 3</a:t>
            </a:r>
          </a:p>
          <a:p>
            <a:pPr>
              <a:defRPr sz="1200"/>
            </a:pPr>
            <a:r>
              <a:t>Bullet 4 body text row 6 on slide 3</a:t>
            </a:r>
          </a:p>
          <a:p>
            <a:pPr>
              <a:defRPr sz="1400"/>
            </a:pPr>
            <a:r>
              <a:t>Bullet 5 body text row 6 on slide 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4</a:t>
            </a:r>
          </a:p>
          <a:p>
            <a:pPr>
              <a:defRPr sz="1400"/>
            </a:pPr>
            <a:r>
              <a:t>Bullet 2 body text row 1 on slide 4</a:t>
            </a:r>
          </a:p>
          <a:p>
            <a:pPr>
              <a:defRPr sz="1600"/>
            </a:pPr>
            <a:r>
              <a:t>Bullet 3 body text row 1 on slide 4</a:t>
            </a:r>
          </a:p>
          <a:p>
            <a:pPr>
              <a:defRPr sz="1200"/>
            </a:pPr>
            <a:r>
              <a:t>Bullet 4 body text row 1 on slide 4</a:t>
            </a:r>
          </a:p>
          <a:p>
            <a:pPr>
              <a:defRPr sz="1400"/>
            </a:pPr>
            <a:r>
              <a:t>Bullet 5 body text row 1 on 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4</a:t>
            </a:r>
          </a:p>
          <a:p>
            <a:pPr>
              <a:defRPr sz="1400"/>
            </a:pPr>
            <a:r>
              <a:t>Bullet 2 body text row 2 on slide 4</a:t>
            </a:r>
          </a:p>
          <a:p>
            <a:pPr>
              <a:defRPr sz="1600"/>
            </a:pPr>
            <a:r>
              <a:t>Bullet 3 body text row 2 on slide 4</a:t>
            </a:r>
          </a:p>
          <a:p>
            <a:pPr>
              <a:defRPr sz="1200"/>
            </a:pPr>
            <a:r>
              <a:t>Bullet 4 body text row 2 on slide 4</a:t>
            </a:r>
          </a:p>
          <a:p>
            <a:pPr>
              <a:defRPr sz="1400"/>
            </a:pPr>
            <a:r>
              <a:t>Bullet 5 body text row 2 on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4</a:t>
            </a:r>
          </a:p>
          <a:p>
            <a:pPr>
              <a:defRPr sz="1400"/>
            </a:pPr>
            <a:r>
              <a:t>Bullet 2 body text row 3 on slide 4</a:t>
            </a:r>
          </a:p>
          <a:p>
            <a:pPr>
              <a:defRPr sz="1600"/>
            </a:pPr>
            <a:r>
              <a:t>Bullet 3 body text row 3 on slide 4</a:t>
            </a:r>
          </a:p>
          <a:p>
            <a:pPr>
              <a:defRPr sz="1200"/>
            </a:pPr>
            <a:r>
              <a:t>Bullet 4 body text row 3 on slide 4</a:t>
            </a:r>
          </a:p>
          <a:p>
            <a:pPr>
              <a:defRPr sz="1400"/>
            </a:pPr>
            <a:r>
              <a:t>Bullet 5 body text row 3 on slide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4</a:t>
            </a:r>
          </a:p>
          <a:p>
            <a:pPr>
              <a:defRPr sz="1400"/>
            </a:pPr>
            <a:r>
              <a:t>Bullet 2 body text row 4 on slide 4</a:t>
            </a:r>
          </a:p>
          <a:p>
            <a:pPr>
              <a:defRPr sz="1600"/>
            </a:pPr>
            <a:r>
              <a:t>Bullet 3 body text row 4 on slide 4</a:t>
            </a:r>
          </a:p>
          <a:p>
            <a:pPr>
              <a:defRPr sz="1200"/>
            </a:pPr>
            <a:r>
              <a:t>Bullet 4 body text row 4 on slide 4</a:t>
            </a:r>
          </a:p>
          <a:p>
            <a:pPr>
              <a:defRPr sz="1400"/>
            </a:pPr>
            <a:r>
              <a:t>Bullet 5 body text row 4 on slide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4</a:t>
            </a:r>
          </a:p>
          <a:p>
            <a:pPr>
              <a:defRPr sz="1400"/>
            </a:pPr>
            <a:r>
              <a:t>Bullet 2 body text row 5 on slide 4</a:t>
            </a:r>
          </a:p>
          <a:p>
            <a:pPr>
              <a:defRPr sz="1600"/>
            </a:pPr>
            <a:r>
              <a:t>Bullet 3 body text row 5 on slide 4</a:t>
            </a:r>
          </a:p>
          <a:p>
            <a:pPr>
              <a:defRPr sz="1200"/>
            </a:pPr>
            <a:r>
              <a:t>Bullet 4 body text row 5 on slide 4</a:t>
            </a:r>
          </a:p>
          <a:p>
            <a:pPr>
              <a:defRPr sz="1400"/>
            </a:pPr>
            <a:r>
              <a:t>Bullet 5 body text row 5 on slide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4</a:t>
            </a:r>
          </a:p>
          <a:p>
            <a:pPr>
              <a:defRPr sz="1400"/>
            </a:pPr>
            <a:r>
              <a:t>Bullet 2 body text row 6 on slide 4</a:t>
            </a:r>
          </a:p>
          <a:p>
            <a:pPr>
              <a:defRPr sz="1600"/>
            </a:pPr>
            <a:r>
              <a:t>Bullet 3 body text row 6 on slide 4</a:t>
            </a:r>
          </a:p>
          <a:p>
            <a:pPr>
              <a:defRPr sz="1200"/>
            </a:pPr>
            <a:r>
              <a:t>Bullet 4 body text row 6 on slide 4</a:t>
            </a:r>
          </a:p>
          <a:p>
            <a:pPr>
              <a:defRPr sz="1400"/>
            </a:pPr>
            <a:r>
              <a:t>Bullet 5 body text row 6 on slide 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5</a:t>
            </a:r>
          </a:p>
          <a:p>
            <a:pPr>
              <a:defRPr sz="1400"/>
            </a:pPr>
            <a:r>
              <a:t>Bullet 2 body text row 1 on slide 5</a:t>
            </a:r>
          </a:p>
          <a:p>
            <a:pPr>
              <a:defRPr sz="1600"/>
            </a:pPr>
            <a:r>
              <a:t>Bullet 3 body text row 1 on slide 5</a:t>
            </a:r>
          </a:p>
          <a:p>
            <a:pPr>
              <a:defRPr sz="1200"/>
            </a:pPr>
            <a:r>
              <a:t>Bullet 4 body text row 1 on slide 5</a:t>
            </a:r>
          </a:p>
          <a:p>
            <a:pPr>
              <a:defRPr sz="1400"/>
            </a:pPr>
            <a:r>
              <a:t>Bullet 5 body text row 1 on 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5</a:t>
            </a:r>
          </a:p>
          <a:p>
            <a:pPr>
              <a:defRPr sz="1400"/>
            </a:pPr>
            <a:r>
              <a:t>Bullet 2 body text row 2 on slide 5</a:t>
            </a:r>
          </a:p>
          <a:p>
            <a:pPr>
              <a:defRPr sz="1600"/>
            </a:pPr>
            <a:r>
              <a:t>Bullet 3 body text row 2 on slide 5</a:t>
            </a:r>
          </a:p>
          <a:p>
            <a:pPr>
              <a:defRPr sz="1200"/>
            </a:pPr>
            <a:r>
              <a:t>Bullet 4 body text row 2 on slide 5</a:t>
            </a:r>
          </a:p>
          <a:p>
            <a:pPr>
              <a:defRPr sz="1400"/>
            </a:pPr>
            <a:r>
              <a:t>Bullet 5 body text row 2 on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5</a:t>
            </a:r>
          </a:p>
          <a:p>
            <a:pPr>
              <a:defRPr sz="1400"/>
            </a:pPr>
            <a:r>
              <a:t>Bullet 2 body text row 3 on slide 5</a:t>
            </a:r>
          </a:p>
          <a:p>
            <a:pPr>
              <a:defRPr sz="1600"/>
            </a:pPr>
            <a:r>
              <a:t>Bullet 3 body text row 3 on slide 5</a:t>
            </a:r>
          </a:p>
          <a:p>
            <a:pPr>
              <a:defRPr sz="1200"/>
            </a:pPr>
            <a:r>
              <a:t>Bullet 4 body text row 3 on slide 5</a:t>
            </a:r>
          </a:p>
          <a:p>
            <a:pPr>
              <a:defRPr sz="1400"/>
            </a:pPr>
            <a:r>
              <a:t>Bullet 5 body text row 3 on slide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5</a:t>
            </a:r>
          </a:p>
          <a:p>
            <a:pPr>
              <a:defRPr sz="1400"/>
            </a:pPr>
            <a:r>
              <a:t>Bullet 2 body text row 4 on slide 5</a:t>
            </a:r>
          </a:p>
          <a:p>
            <a:pPr>
              <a:defRPr sz="1600"/>
            </a:pPr>
            <a:r>
              <a:t>Bullet 3 body text row 4 on slide 5</a:t>
            </a:r>
          </a:p>
          <a:p>
            <a:pPr>
              <a:defRPr sz="1200"/>
            </a:pPr>
            <a:r>
              <a:t>Bullet 4 body text row 4 on slide 5</a:t>
            </a:r>
          </a:p>
          <a:p>
            <a:pPr>
              <a:defRPr sz="1400"/>
            </a:pPr>
            <a:r>
              <a:t>Bullet 5 body text row 4 on slide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5</a:t>
            </a:r>
          </a:p>
          <a:p>
            <a:pPr>
              <a:defRPr sz="1400"/>
            </a:pPr>
            <a:r>
              <a:t>Bullet 2 body text row 5 on slide 5</a:t>
            </a:r>
          </a:p>
          <a:p>
            <a:pPr>
              <a:defRPr sz="1600"/>
            </a:pPr>
            <a:r>
              <a:t>Bullet 3 body text row 5 on slide 5</a:t>
            </a:r>
          </a:p>
          <a:p>
            <a:pPr>
              <a:defRPr sz="1200"/>
            </a:pPr>
            <a:r>
              <a:t>Bullet 4 body text row 5 on slide 5</a:t>
            </a:r>
          </a:p>
          <a:p>
            <a:pPr>
              <a:defRPr sz="1400"/>
            </a:pPr>
            <a:r>
              <a:t>Bullet 5 body text row 5 on slide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5</a:t>
            </a:r>
          </a:p>
          <a:p>
            <a:pPr>
              <a:defRPr sz="1400"/>
            </a:pPr>
            <a:r>
              <a:t>Bullet 2 body text row 6 on slide 5</a:t>
            </a:r>
          </a:p>
          <a:p>
            <a:pPr>
              <a:defRPr sz="1600"/>
            </a:pPr>
            <a:r>
              <a:t>Bullet 3 body text row 6 on slide 5</a:t>
            </a:r>
          </a:p>
          <a:p>
            <a:pPr>
              <a:defRPr sz="1200"/>
            </a:pPr>
            <a:r>
              <a:t>Bullet 4 body text row 6 on slide 5</a:t>
            </a:r>
          </a:p>
          <a:p>
            <a:pPr>
              <a:defRPr sz="1400"/>
            </a:pPr>
            <a:r>
              <a:t>Bullet 5 body text row 6 on slide 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6</a:t>
            </a:r>
          </a:p>
          <a:p>
            <a:pPr>
              <a:defRPr sz="1400"/>
            </a:pPr>
            <a:r>
              <a:t>Bullet 2 body text row 1 on slide 6</a:t>
            </a:r>
          </a:p>
          <a:p>
            <a:pPr>
              <a:defRPr sz="1600"/>
            </a:pPr>
            <a:r>
              <a:t>Bullet 3 body text row 1 on slide 6</a:t>
            </a:r>
          </a:p>
          <a:p>
            <a:pPr>
              <a:defRPr sz="1200"/>
            </a:pPr>
            <a:r>
              <a:t>Bullet 4 body text row 1 on slide 6</a:t>
            </a:r>
          </a:p>
          <a:p>
            <a:pPr>
              <a:defRPr sz="1400"/>
            </a:pPr>
            <a:r>
              <a:t>Bullet 5 body text row 1 on 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6</a:t>
            </a:r>
          </a:p>
          <a:p>
            <a:pPr>
              <a:defRPr sz="1400"/>
            </a:pPr>
            <a:r>
              <a:t>Bullet 2 body text row 2 on slide 6</a:t>
            </a:r>
          </a:p>
          <a:p>
            <a:pPr>
              <a:defRPr sz="1600"/>
            </a:pPr>
            <a:r>
              <a:t>Bullet 3 body text row 2 on slide 6</a:t>
            </a:r>
          </a:p>
          <a:p>
            <a:pPr>
              <a:defRPr sz="1200"/>
            </a:pPr>
            <a:r>
              <a:t>Bullet 4 body text row 2 on slide 6</a:t>
            </a:r>
          </a:p>
          <a:p>
            <a:pPr>
              <a:defRPr sz="1400"/>
            </a:pPr>
            <a:r>
              <a:t>Bullet 5 body text row 2 on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6</a:t>
            </a:r>
          </a:p>
          <a:p>
            <a:pPr>
              <a:defRPr sz="1400"/>
            </a:pPr>
            <a:r>
              <a:t>Bullet 2 body text row 3 on slide 6</a:t>
            </a:r>
          </a:p>
          <a:p>
            <a:pPr>
              <a:defRPr sz="1600"/>
            </a:pPr>
            <a:r>
              <a:t>Bullet 3 body text row 3 on slide 6</a:t>
            </a:r>
          </a:p>
          <a:p>
            <a:pPr>
              <a:defRPr sz="1200"/>
            </a:pPr>
            <a:r>
              <a:t>Bullet 4 body text row 3 on slide 6</a:t>
            </a:r>
          </a:p>
          <a:p>
            <a:pPr>
              <a:defRPr sz="1400"/>
            </a:pPr>
            <a:r>
              <a:t>Bullet 5 body text row 3 on slide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6</a:t>
            </a:r>
          </a:p>
          <a:p>
            <a:pPr>
              <a:defRPr sz="1400"/>
            </a:pPr>
            <a:r>
              <a:t>Bullet 2 body text row 4 on slide 6</a:t>
            </a:r>
          </a:p>
          <a:p>
            <a:pPr>
              <a:defRPr sz="1600"/>
            </a:pPr>
            <a:r>
              <a:t>Bullet 3 body text row 4 on slide 6</a:t>
            </a:r>
          </a:p>
          <a:p>
            <a:pPr>
              <a:defRPr sz="1200"/>
            </a:pPr>
            <a:r>
              <a:t>Bullet 4 body text row 4 on slide 6</a:t>
            </a:r>
          </a:p>
          <a:p>
            <a:pPr>
              <a:defRPr sz="1400"/>
            </a:pPr>
            <a:r>
              <a:t>Bullet 5 body text row 4 on slide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6</a:t>
            </a:r>
          </a:p>
          <a:p>
            <a:pPr>
              <a:defRPr sz="1400"/>
            </a:pPr>
            <a:r>
              <a:t>Bullet 2 body text row 5 on slide 6</a:t>
            </a:r>
          </a:p>
          <a:p>
            <a:pPr>
              <a:defRPr sz="1600"/>
            </a:pPr>
            <a:r>
              <a:t>Bullet 3 body text row 5 on slide 6</a:t>
            </a:r>
          </a:p>
          <a:p>
            <a:pPr>
              <a:defRPr sz="1200"/>
            </a:pPr>
            <a:r>
              <a:t>Bullet 4 body text row 5 on slide 6</a:t>
            </a:r>
          </a:p>
          <a:p>
            <a:pPr>
              <a:defRPr sz="1400"/>
            </a:pPr>
            <a:r>
              <a:t>Bullet 5 body text row 5 on slide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6</a:t>
            </a:r>
          </a:p>
          <a:p>
            <a:pPr>
              <a:defRPr sz="1400"/>
            </a:pPr>
            <a:r>
              <a:t>Bullet 2 body text row 6 on slide 6</a:t>
            </a:r>
          </a:p>
          <a:p>
            <a:pPr>
              <a:defRPr sz="1600"/>
            </a:pPr>
            <a:r>
              <a:t>Bullet 3 body text row 6 on slide 6</a:t>
            </a:r>
          </a:p>
          <a:p>
            <a:pPr>
              <a:defRPr sz="1200"/>
            </a:pPr>
            <a:r>
              <a:t>Bullet 4 body text row 6 on slide 6</a:t>
            </a:r>
          </a:p>
          <a:p>
            <a:pPr>
              <a:defRPr sz="1400"/>
            </a:pPr>
            <a:r>
              <a:t>Bullet 5 body text row 6 on slide 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7</a:t>
            </a:r>
          </a:p>
          <a:p>
            <a:pPr>
              <a:defRPr sz="1400"/>
            </a:pPr>
            <a:r>
              <a:t>Bullet 2 body text row 1 on slide 7</a:t>
            </a:r>
          </a:p>
          <a:p>
            <a:pPr>
              <a:defRPr sz="1600"/>
            </a:pPr>
            <a:r>
              <a:t>Bullet 3 body text row 1 on slide 7</a:t>
            </a:r>
          </a:p>
          <a:p>
            <a:pPr>
              <a:defRPr sz="1200"/>
            </a:pPr>
            <a:r>
              <a:t>Bullet 4 body text row 1 on slide 7</a:t>
            </a:r>
          </a:p>
          <a:p>
            <a:pPr>
              <a:defRPr sz="1400"/>
            </a:pPr>
            <a:r>
              <a:t>Bullet 5 body text row 1 on 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7</a:t>
            </a:r>
          </a:p>
          <a:p>
            <a:pPr>
              <a:defRPr sz="1400"/>
            </a:pPr>
            <a:r>
              <a:t>Bullet 2 body text row 2 on slide 7</a:t>
            </a:r>
          </a:p>
          <a:p>
            <a:pPr>
              <a:defRPr sz="1600"/>
            </a:pPr>
            <a:r>
              <a:t>Bullet 3 body text row 2 on slide 7</a:t>
            </a:r>
          </a:p>
          <a:p>
            <a:pPr>
              <a:defRPr sz="1200"/>
            </a:pPr>
            <a:r>
              <a:t>Bullet 4 body text row 2 on slide 7</a:t>
            </a:r>
          </a:p>
          <a:p>
            <a:pPr>
              <a:defRPr sz="1400"/>
            </a:pPr>
            <a:r>
              <a:t>Bullet 5 body text row 2 on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7</a:t>
            </a:r>
          </a:p>
          <a:p>
            <a:pPr>
              <a:defRPr sz="1400"/>
            </a:pPr>
            <a:r>
              <a:t>Bullet 2 body text row 3 on slide 7</a:t>
            </a:r>
          </a:p>
          <a:p>
            <a:pPr>
              <a:defRPr sz="1600"/>
            </a:pPr>
            <a:r>
              <a:t>Bullet 3 body text row 3 on slide 7</a:t>
            </a:r>
          </a:p>
          <a:p>
            <a:pPr>
              <a:defRPr sz="1200"/>
            </a:pPr>
            <a:r>
              <a:t>Bullet 4 body text row 3 on slide 7</a:t>
            </a:r>
          </a:p>
          <a:p>
            <a:pPr>
              <a:defRPr sz="1400"/>
            </a:pPr>
            <a:r>
              <a:t>Bullet 5 body text row 3 on slide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7</a:t>
            </a:r>
          </a:p>
          <a:p>
            <a:pPr>
              <a:defRPr sz="1400"/>
            </a:pPr>
            <a:r>
              <a:t>Bullet 2 body text row 4 on slide 7</a:t>
            </a:r>
          </a:p>
          <a:p>
            <a:pPr>
              <a:defRPr sz="1600"/>
            </a:pPr>
            <a:r>
              <a:t>Bullet 3 body text row 4 on slide 7</a:t>
            </a:r>
          </a:p>
          <a:p>
            <a:pPr>
              <a:defRPr sz="1200"/>
            </a:pPr>
            <a:r>
              <a:t>Bullet 4 body text row 4 on slide 7</a:t>
            </a:r>
          </a:p>
          <a:p>
            <a:pPr>
              <a:defRPr sz="1400"/>
            </a:pPr>
            <a:r>
              <a:t>Bullet 5 body text row 4 on slide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7</a:t>
            </a:r>
          </a:p>
          <a:p>
            <a:pPr>
              <a:defRPr sz="1400"/>
            </a:pPr>
            <a:r>
              <a:t>Bullet 2 body text row 5 on slide 7</a:t>
            </a:r>
          </a:p>
          <a:p>
            <a:pPr>
              <a:defRPr sz="1600"/>
            </a:pPr>
            <a:r>
              <a:t>Bullet 3 body text row 5 on slide 7</a:t>
            </a:r>
          </a:p>
          <a:p>
            <a:pPr>
              <a:defRPr sz="1200"/>
            </a:pPr>
            <a:r>
              <a:t>Bullet 4 body text row 5 on slide 7</a:t>
            </a:r>
          </a:p>
          <a:p>
            <a:pPr>
              <a:defRPr sz="1400"/>
            </a:pPr>
            <a:r>
              <a:t>Bullet 5 body text row 5 on slide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7</a:t>
            </a:r>
          </a:p>
          <a:p>
            <a:pPr>
              <a:defRPr sz="1400"/>
            </a:pPr>
            <a:r>
              <a:t>Bullet 2 body text row 6 on slide 7</a:t>
            </a:r>
          </a:p>
          <a:p>
            <a:pPr>
              <a:defRPr sz="1600"/>
            </a:pPr>
            <a:r>
              <a:t>Bullet 3 body text row 6 on slide 7</a:t>
            </a:r>
          </a:p>
          <a:p>
            <a:pPr>
              <a:defRPr sz="1200"/>
            </a:pPr>
            <a:r>
              <a:t>Bullet 4 body text row 6 on slide 7</a:t>
            </a:r>
          </a:p>
          <a:p>
            <a:pPr>
              <a:defRPr sz="1400"/>
            </a:pPr>
            <a:r>
              <a:t>Bullet 5 body text row 6 on slide 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8</a:t>
            </a:r>
          </a:p>
          <a:p>
            <a:pPr>
              <a:defRPr sz="1400"/>
            </a:pPr>
            <a:r>
              <a:t>Bullet 2 body text row 1 on slide 8</a:t>
            </a:r>
          </a:p>
          <a:p>
            <a:pPr>
              <a:defRPr sz="1600"/>
            </a:pPr>
            <a:r>
              <a:t>Bullet 3 body text row 1 on slide 8</a:t>
            </a:r>
          </a:p>
          <a:p>
            <a:pPr>
              <a:defRPr sz="1200"/>
            </a:pPr>
            <a:r>
              <a:t>Bullet 4 body text row 1 on slide 8</a:t>
            </a:r>
          </a:p>
          <a:p>
            <a:pPr>
              <a:defRPr sz="1400"/>
            </a:pPr>
            <a:r>
              <a:t>Bullet 5 body text row 1 on 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8</a:t>
            </a:r>
          </a:p>
          <a:p>
            <a:pPr>
              <a:defRPr sz="1400"/>
            </a:pPr>
            <a:r>
              <a:t>Bullet 2 body text row 2 on slide 8</a:t>
            </a:r>
          </a:p>
          <a:p>
            <a:pPr>
              <a:defRPr sz="1600"/>
            </a:pPr>
            <a:r>
              <a:t>Bullet 3 body text row 2 on slide 8</a:t>
            </a:r>
          </a:p>
          <a:p>
            <a:pPr>
              <a:defRPr sz="1200"/>
            </a:pPr>
            <a:r>
              <a:t>Bullet 4 body text row 2 on slide 8</a:t>
            </a:r>
          </a:p>
          <a:p>
            <a:pPr>
              <a:defRPr sz="1400"/>
            </a:pPr>
            <a:r>
              <a:t>Bullet 5 body text row 2 on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8</a:t>
            </a:r>
          </a:p>
          <a:p>
            <a:pPr>
              <a:defRPr sz="1400"/>
            </a:pPr>
            <a:r>
              <a:t>Bullet 2 body text row 3 on slide 8</a:t>
            </a:r>
          </a:p>
          <a:p>
            <a:pPr>
              <a:defRPr sz="1600"/>
            </a:pPr>
            <a:r>
              <a:t>Bullet 3 body text row 3 on slide 8</a:t>
            </a:r>
          </a:p>
          <a:p>
            <a:pPr>
              <a:defRPr sz="1200"/>
            </a:pPr>
            <a:r>
              <a:t>Bullet 4 body text row 3 on slide 8</a:t>
            </a:r>
          </a:p>
          <a:p>
            <a:pPr>
              <a:defRPr sz="1400"/>
            </a:pPr>
            <a:r>
              <a:t>Bullet 5 body text row 3 on slide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8</a:t>
            </a:r>
          </a:p>
          <a:p>
            <a:pPr>
              <a:defRPr sz="1400"/>
            </a:pPr>
            <a:r>
              <a:t>Bullet 2 body text row 4 on slide 8</a:t>
            </a:r>
          </a:p>
          <a:p>
            <a:pPr>
              <a:defRPr sz="1600"/>
            </a:pPr>
            <a:r>
              <a:t>Bullet 3 body text row 4 on slide 8</a:t>
            </a:r>
          </a:p>
          <a:p>
            <a:pPr>
              <a:defRPr sz="1200"/>
            </a:pPr>
            <a:r>
              <a:t>Bullet 4 body text row 4 on slide 8</a:t>
            </a:r>
          </a:p>
          <a:p>
            <a:pPr>
              <a:defRPr sz="1400"/>
            </a:pPr>
            <a:r>
              <a:t>Bullet 5 body text row 4 on slide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8</a:t>
            </a:r>
          </a:p>
          <a:p>
            <a:pPr>
              <a:defRPr sz="1400"/>
            </a:pPr>
            <a:r>
              <a:t>Bullet 2 body text row 5 on slide 8</a:t>
            </a:r>
          </a:p>
          <a:p>
            <a:pPr>
              <a:defRPr sz="1600"/>
            </a:pPr>
            <a:r>
              <a:t>Bullet 3 body text row 5 on slide 8</a:t>
            </a:r>
          </a:p>
          <a:p>
            <a:pPr>
              <a:defRPr sz="1200"/>
            </a:pPr>
            <a:r>
              <a:t>Bullet 4 body text row 5 on slide 8</a:t>
            </a:r>
          </a:p>
          <a:p>
            <a:pPr>
              <a:defRPr sz="1400"/>
            </a:pPr>
            <a:r>
              <a:t>Bullet 5 body text row 5 on slide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8</a:t>
            </a:r>
          </a:p>
          <a:p>
            <a:pPr>
              <a:defRPr sz="1400"/>
            </a:pPr>
            <a:r>
              <a:t>Bullet 2 body text row 6 on slide 8</a:t>
            </a:r>
          </a:p>
          <a:p>
            <a:pPr>
              <a:defRPr sz="1600"/>
            </a:pPr>
            <a:r>
              <a:t>Bullet 3 body text row 6 on slide 8</a:t>
            </a:r>
          </a:p>
          <a:p>
            <a:pPr>
              <a:defRPr sz="1200"/>
            </a:pPr>
            <a:r>
              <a:t>Bullet 4 body text row 6 on slide 8</a:t>
            </a:r>
          </a:p>
          <a:p>
            <a:pPr>
              <a:defRPr sz="1400"/>
            </a:pPr>
            <a:r>
              <a:t>Bullet 5 body text row 6 on slide 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9</a:t>
            </a:r>
          </a:p>
          <a:p>
            <a:pPr>
              <a:defRPr sz="1400"/>
            </a:pPr>
            <a:r>
              <a:t>Bullet 2 body text row 1 on slide 9</a:t>
            </a:r>
          </a:p>
          <a:p>
            <a:pPr>
              <a:defRPr sz="1600"/>
            </a:pPr>
            <a:r>
              <a:t>Bullet 3 body text row 1 on slide 9</a:t>
            </a:r>
          </a:p>
          <a:p>
            <a:pPr>
              <a:defRPr sz="1200"/>
            </a:pPr>
            <a:r>
              <a:t>Bullet 4 body text row 1 on slide 9</a:t>
            </a:r>
          </a:p>
          <a:p>
            <a:pPr>
              <a:defRPr sz="1400"/>
            </a:pPr>
            <a:r>
              <a:t>Bullet 5 body text row 1 on 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9</a:t>
            </a:r>
          </a:p>
          <a:p>
            <a:pPr>
              <a:defRPr sz="1400"/>
            </a:pPr>
            <a:r>
              <a:t>Bullet 2 body text row 2 on slide 9</a:t>
            </a:r>
          </a:p>
          <a:p>
            <a:pPr>
              <a:defRPr sz="1600"/>
            </a:pPr>
            <a:r>
              <a:t>Bullet 3 body text row 2 on slide 9</a:t>
            </a:r>
          </a:p>
          <a:p>
            <a:pPr>
              <a:defRPr sz="1200"/>
            </a:pPr>
            <a:r>
              <a:t>Bullet 4 body text row 2 on slide 9</a:t>
            </a:r>
          </a:p>
          <a:p>
            <a:pPr>
              <a:defRPr sz="1400"/>
            </a:pPr>
            <a:r>
              <a:t>Bullet 5 body text row 2 on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9</a:t>
            </a:r>
          </a:p>
          <a:p>
            <a:pPr>
              <a:defRPr sz="1400"/>
            </a:pPr>
            <a:r>
              <a:t>Bullet 2 body text row 3 on slide 9</a:t>
            </a:r>
          </a:p>
          <a:p>
            <a:pPr>
              <a:defRPr sz="1600"/>
            </a:pPr>
            <a:r>
              <a:t>Bullet 3 body text row 3 on slide 9</a:t>
            </a:r>
          </a:p>
          <a:p>
            <a:pPr>
              <a:defRPr sz="1200"/>
            </a:pPr>
            <a:r>
              <a:t>Bullet 4 body text row 3 on slide 9</a:t>
            </a:r>
          </a:p>
          <a:p>
            <a:pPr>
              <a:defRPr sz="1400"/>
            </a:pPr>
            <a:r>
              <a:t>Bullet 5 body text row 3 on slide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9</a:t>
            </a:r>
          </a:p>
          <a:p>
            <a:pPr>
              <a:defRPr sz="1400"/>
            </a:pPr>
            <a:r>
              <a:t>Bullet 2 body text row 4 on slide 9</a:t>
            </a:r>
          </a:p>
          <a:p>
            <a:pPr>
              <a:defRPr sz="1600"/>
            </a:pPr>
            <a:r>
              <a:t>Bullet 3 body text row 4 on slide 9</a:t>
            </a:r>
          </a:p>
          <a:p>
            <a:pPr>
              <a:defRPr sz="1200"/>
            </a:pPr>
            <a:r>
              <a:t>Bullet 4 body text row 4 on slide 9</a:t>
            </a:r>
          </a:p>
          <a:p>
            <a:pPr>
              <a:defRPr sz="1400"/>
            </a:pPr>
            <a:r>
              <a:t>Bullet 5 body text row 4 on slide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9</a:t>
            </a:r>
          </a:p>
          <a:p>
            <a:pPr>
              <a:defRPr sz="1400"/>
            </a:pPr>
            <a:r>
              <a:t>Bullet 2 body text row 5 on slide 9</a:t>
            </a:r>
          </a:p>
          <a:p>
            <a:pPr>
              <a:defRPr sz="1600"/>
            </a:pPr>
            <a:r>
              <a:t>Bullet 3 body text row 5 on slide 9</a:t>
            </a:r>
          </a:p>
          <a:p>
            <a:pPr>
              <a:defRPr sz="1200"/>
            </a:pPr>
            <a:r>
              <a:t>Bullet 4 body text row 5 on slide 9</a:t>
            </a:r>
          </a:p>
          <a:p>
            <a:pPr>
              <a:defRPr sz="1400"/>
            </a:pPr>
            <a:r>
              <a:t>Bullet 5 body text row 5 on slide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9</a:t>
            </a:r>
          </a:p>
          <a:p>
            <a:pPr>
              <a:defRPr sz="1400"/>
            </a:pPr>
            <a:r>
              <a:t>Bullet 2 body text row 6 on slide 9</a:t>
            </a:r>
          </a:p>
          <a:p>
            <a:pPr>
              <a:defRPr sz="1600"/>
            </a:pPr>
            <a:r>
              <a:t>Bullet 3 body text row 6 on slide 9</a:t>
            </a:r>
          </a:p>
          <a:p>
            <a:pPr>
              <a:defRPr sz="1200"/>
            </a:pPr>
            <a:r>
              <a:t>Bullet 4 body text row 6 on slide 9</a:t>
            </a:r>
          </a:p>
          <a:p>
            <a:pPr>
              <a:defRPr sz="1400"/>
            </a:pPr>
            <a:r>
              <a:t>Bullet 5 body text row 6 on slide 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10</a:t>
            </a:r>
          </a:p>
          <a:p>
            <a:pPr>
              <a:defRPr sz="1400"/>
            </a:pPr>
            <a:r>
              <a:t>Bullet 2 body text row 1 on slide 10</a:t>
            </a:r>
          </a:p>
          <a:p>
            <a:pPr>
              <a:defRPr sz="1600"/>
            </a:pPr>
            <a:r>
              <a:t>Bullet 3 body text row 1 on slide 10</a:t>
            </a:r>
          </a:p>
          <a:p>
            <a:pPr>
              <a:defRPr sz="1200"/>
            </a:pPr>
            <a:r>
              <a:t>Bullet 4 body text row 1 on slide 10</a:t>
            </a:r>
          </a:p>
          <a:p>
            <a:pPr>
              <a:defRPr sz="1400"/>
            </a:pPr>
            <a:r>
              <a:t>Bullet 5 body text row 1 on 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10</a:t>
            </a:r>
          </a:p>
          <a:p>
            <a:pPr>
              <a:defRPr sz="1400"/>
            </a:pPr>
            <a:r>
              <a:t>Bullet 2 body text row 2 on slide 10</a:t>
            </a:r>
          </a:p>
          <a:p>
            <a:pPr>
              <a:defRPr sz="1600"/>
            </a:pPr>
            <a:r>
              <a:t>Bullet 3 body text row 2 on slide 10</a:t>
            </a:r>
          </a:p>
          <a:p>
            <a:pPr>
              <a:defRPr sz="1200"/>
            </a:pPr>
            <a:r>
              <a:t>Bullet 4 body text row 2 on slide 10</a:t>
            </a:r>
          </a:p>
          <a:p>
            <a:pPr>
              <a:defRPr sz="1400"/>
            </a:pPr>
            <a:r>
              <a:t>Bullet 5 body text row 2 on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10</a:t>
            </a:r>
          </a:p>
          <a:p>
            <a:pPr>
              <a:defRPr sz="1400"/>
            </a:pPr>
            <a:r>
              <a:t>Bullet 2 body text row 3 on slide 10</a:t>
            </a:r>
          </a:p>
          <a:p>
            <a:pPr>
              <a:defRPr sz="1600"/>
            </a:pPr>
            <a:r>
              <a:t>Bullet 3 body text row 3 on slide 10</a:t>
            </a:r>
          </a:p>
          <a:p>
            <a:pPr>
              <a:defRPr sz="1200"/>
            </a:pPr>
            <a:r>
              <a:t>Bullet 4 body text row 3 on slide 10</a:t>
            </a:r>
          </a:p>
          <a:p>
            <a:pPr>
              <a:defRPr sz="1400"/>
            </a:pPr>
            <a:r>
              <a:t>Bullet 5 body text row 3 on slide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10</a:t>
            </a:r>
          </a:p>
          <a:p>
            <a:pPr>
              <a:defRPr sz="1400"/>
            </a:pPr>
            <a:r>
              <a:t>Bullet 2 body text row 4 on slide 10</a:t>
            </a:r>
          </a:p>
          <a:p>
            <a:pPr>
              <a:defRPr sz="1600"/>
            </a:pPr>
            <a:r>
              <a:t>Bullet 3 body text row 4 on slide 10</a:t>
            </a:r>
          </a:p>
          <a:p>
            <a:pPr>
              <a:defRPr sz="1200"/>
            </a:pPr>
            <a:r>
              <a:t>Bullet 4 body text row 4 on slide 10</a:t>
            </a:r>
          </a:p>
          <a:p>
            <a:pPr>
              <a:defRPr sz="1400"/>
            </a:pPr>
            <a:r>
              <a:t>Bullet 5 body text row 4 on slide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10</a:t>
            </a:r>
          </a:p>
          <a:p>
            <a:pPr>
              <a:defRPr sz="1400"/>
            </a:pPr>
            <a:r>
              <a:t>Bullet 2 body text row 5 on slide 10</a:t>
            </a:r>
          </a:p>
          <a:p>
            <a:pPr>
              <a:defRPr sz="1600"/>
            </a:pPr>
            <a:r>
              <a:t>Bullet 3 body text row 5 on slide 10</a:t>
            </a:r>
          </a:p>
          <a:p>
            <a:pPr>
              <a:defRPr sz="1200"/>
            </a:pPr>
            <a:r>
              <a:t>Bullet 4 body text row 5 on slide 10</a:t>
            </a:r>
          </a:p>
          <a:p>
            <a:pPr>
              <a:defRPr sz="1400"/>
            </a:pPr>
            <a:r>
              <a:t>Bullet 5 body text row 5 on slide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10</a:t>
            </a:r>
          </a:p>
          <a:p>
            <a:pPr>
              <a:defRPr sz="1400"/>
            </a:pPr>
            <a:r>
              <a:t>Bullet 2 body text row 6 on slide 10</a:t>
            </a:r>
          </a:p>
          <a:p>
            <a:pPr>
              <a:defRPr sz="1600"/>
            </a:pPr>
            <a:r>
              <a:t>Bullet 3 body text row 6 on slide 10</a:t>
            </a:r>
          </a:p>
          <a:p>
            <a:pPr>
              <a:defRPr sz="1200"/>
            </a:pPr>
            <a:r>
              <a:t>Bullet 4 body text row 6 on slide 10</a:t>
            </a:r>
          </a:p>
          <a:p>
            <a:pPr>
              <a:defRPr sz="1400"/>
            </a:pPr>
            <a:r>
              <a:t>Bullet 5 body text row 6 on slide 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11</a:t>
            </a:r>
          </a:p>
          <a:p>
            <a:pPr>
              <a:defRPr sz="1400"/>
            </a:pPr>
            <a:r>
              <a:t>Bullet 2 body text row 1 on slide 11</a:t>
            </a:r>
          </a:p>
          <a:p>
            <a:pPr>
              <a:defRPr sz="1600"/>
            </a:pPr>
            <a:r>
              <a:t>Bullet 3 body text row 1 on slide 11</a:t>
            </a:r>
          </a:p>
          <a:p>
            <a:pPr>
              <a:defRPr sz="1200"/>
            </a:pPr>
            <a:r>
              <a:t>Bullet 4 body text row 1 on slide 11</a:t>
            </a:r>
          </a:p>
          <a:p>
            <a:pPr>
              <a:defRPr sz="1400"/>
            </a:pPr>
            <a:r>
              <a:t>Bullet 5 body text row 1 on 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11</a:t>
            </a:r>
          </a:p>
          <a:p>
            <a:pPr>
              <a:defRPr sz="1400"/>
            </a:pPr>
            <a:r>
              <a:t>Bullet 2 body text row 2 on slide 11</a:t>
            </a:r>
          </a:p>
          <a:p>
            <a:pPr>
              <a:defRPr sz="1600"/>
            </a:pPr>
            <a:r>
              <a:t>Bullet 3 body text row 2 on slide 11</a:t>
            </a:r>
          </a:p>
          <a:p>
            <a:pPr>
              <a:defRPr sz="1200"/>
            </a:pPr>
            <a:r>
              <a:t>Bullet 4 body text row 2 on slide 11</a:t>
            </a:r>
          </a:p>
          <a:p>
            <a:pPr>
              <a:defRPr sz="1400"/>
            </a:pPr>
            <a:r>
              <a:t>Bullet 5 body text row 2 on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11</a:t>
            </a:r>
          </a:p>
          <a:p>
            <a:pPr>
              <a:defRPr sz="1400"/>
            </a:pPr>
            <a:r>
              <a:t>Bullet 2 body text row 3 on slide 11</a:t>
            </a:r>
          </a:p>
          <a:p>
            <a:pPr>
              <a:defRPr sz="1600"/>
            </a:pPr>
            <a:r>
              <a:t>Bullet 3 body text row 3 on slide 11</a:t>
            </a:r>
          </a:p>
          <a:p>
            <a:pPr>
              <a:defRPr sz="1200"/>
            </a:pPr>
            <a:r>
              <a:t>Bullet 4 body text row 3 on slide 11</a:t>
            </a:r>
          </a:p>
          <a:p>
            <a:pPr>
              <a:defRPr sz="1400"/>
            </a:pPr>
            <a:r>
              <a:t>Bullet 5 body text row 3 on slide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11</a:t>
            </a:r>
          </a:p>
          <a:p>
            <a:pPr>
              <a:defRPr sz="1400"/>
            </a:pPr>
            <a:r>
              <a:t>Bullet 2 body text row 4 on slide 11</a:t>
            </a:r>
          </a:p>
          <a:p>
            <a:pPr>
              <a:defRPr sz="1600"/>
            </a:pPr>
            <a:r>
              <a:t>Bullet 3 body text row 4 on slide 11</a:t>
            </a:r>
          </a:p>
          <a:p>
            <a:pPr>
              <a:defRPr sz="1200"/>
            </a:pPr>
            <a:r>
              <a:t>Bullet 4 body text row 4 on slide 11</a:t>
            </a:r>
          </a:p>
          <a:p>
            <a:pPr>
              <a:defRPr sz="1400"/>
            </a:pPr>
            <a:r>
              <a:t>Bullet 5 body text row 4 on slide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11</a:t>
            </a:r>
          </a:p>
          <a:p>
            <a:pPr>
              <a:defRPr sz="1400"/>
            </a:pPr>
            <a:r>
              <a:t>Bullet 2 body text row 5 on slide 11</a:t>
            </a:r>
          </a:p>
          <a:p>
            <a:pPr>
              <a:defRPr sz="1600"/>
            </a:pPr>
            <a:r>
              <a:t>Bullet 3 body text row 5 on slide 11</a:t>
            </a:r>
          </a:p>
          <a:p>
            <a:pPr>
              <a:defRPr sz="1200"/>
            </a:pPr>
            <a:r>
              <a:t>Bullet 4 body text row 5 on slide 11</a:t>
            </a:r>
          </a:p>
          <a:p>
            <a:pPr>
              <a:defRPr sz="1400"/>
            </a:pPr>
            <a:r>
              <a:t>Bullet 5 body text row 5 on slide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11</a:t>
            </a:r>
          </a:p>
          <a:p>
            <a:pPr>
              <a:defRPr sz="1400"/>
            </a:pPr>
            <a:r>
              <a:t>Bullet 2 body text row 6 on slide 11</a:t>
            </a:r>
          </a:p>
          <a:p>
            <a:pPr>
              <a:defRPr sz="1600"/>
            </a:pPr>
            <a:r>
              <a:t>Bullet 3 body text row 6 on slide 11</a:t>
            </a:r>
          </a:p>
          <a:p>
            <a:pPr>
              <a:defRPr sz="1200"/>
            </a:pPr>
            <a:r>
              <a:t>Bullet 4 body text row 6 on slide 11</a:t>
            </a:r>
          </a:p>
          <a:p>
            <a:pPr>
              <a:defRPr sz="1400"/>
            </a:pPr>
            <a:r>
              <a:t>Bullet 5 body text row 6 on slide 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12</a:t>
            </a:r>
          </a:p>
          <a:p>
            <a:pPr>
              <a:defRPr sz="1400"/>
            </a:pPr>
            <a:r>
              <a:t>Bullet 2 body text row 1 on slide 12</a:t>
            </a:r>
          </a:p>
          <a:p>
            <a:pPr>
              <a:defRPr sz="1600"/>
            </a:pPr>
            <a:r>
              <a:t>Bullet 3 body text row 1 on slide 12</a:t>
            </a:r>
          </a:p>
          <a:p>
            <a:pPr>
              <a:defRPr sz="1200"/>
            </a:pPr>
            <a:r>
              <a:t>Bullet 4 body text row 1 on slide 12</a:t>
            </a:r>
          </a:p>
          <a:p>
            <a:pPr>
              <a:defRPr sz="1400"/>
            </a:pPr>
            <a:r>
              <a:t>Bullet 5 body text row 1 on 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12</a:t>
            </a:r>
          </a:p>
          <a:p>
            <a:pPr>
              <a:defRPr sz="1400"/>
            </a:pPr>
            <a:r>
              <a:t>Bullet 2 body text row 2 on slide 12</a:t>
            </a:r>
          </a:p>
          <a:p>
            <a:pPr>
              <a:defRPr sz="1600"/>
            </a:pPr>
            <a:r>
              <a:t>Bullet 3 body text row 2 on slide 12</a:t>
            </a:r>
          </a:p>
          <a:p>
            <a:pPr>
              <a:defRPr sz="1200"/>
            </a:pPr>
            <a:r>
              <a:t>Bullet 4 body text row 2 on slide 12</a:t>
            </a:r>
          </a:p>
          <a:p>
            <a:pPr>
              <a:defRPr sz="1400"/>
            </a:pPr>
            <a:r>
              <a:t>Bullet 5 body text row 2 on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12</a:t>
            </a:r>
          </a:p>
          <a:p>
            <a:pPr>
              <a:defRPr sz="1400"/>
            </a:pPr>
            <a:r>
              <a:t>Bullet 2 body text row 3 on slide 12</a:t>
            </a:r>
          </a:p>
          <a:p>
            <a:pPr>
              <a:defRPr sz="1600"/>
            </a:pPr>
            <a:r>
              <a:t>Bullet 3 body text row 3 on slide 12</a:t>
            </a:r>
          </a:p>
          <a:p>
            <a:pPr>
              <a:defRPr sz="1200"/>
            </a:pPr>
            <a:r>
              <a:t>Bullet 4 body text row 3 on slide 12</a:t>
            </a:r>
          </a:p>
          <a:p>
            <a:pPr>
              <a:defRPr sz="1400"/>
            </a:pPr>
            <a:r>
              <a:t>Bullet 5 body text row 3 on slide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12</a:t>
            </a:r>
          </a:p>
          <a:p>
            <a:pPr>
              <a:defRPr sz="1400"/>
            </a:pPr>
            <a:r>
              <a:t>Bullet 2 body text row 4 on slide 12</a:t>
            </a:r>
          </a:p>
          <a:p>
            <a:pPr>
              <a:defRPr sz="1600"/>
            </a:pPr>
            <a:r>
              <a:t>Bullet 3 body text row 4 on slide 12</a:t>
            </a:r>
          </a:p>
          <a:p>
            <a:pPr>
              <a:defRPr sz="1200"/>
            </a:pPr>
            <a:r>
              <a:t>Bullet 4 body text row 4 on slide 12</a:t>
            </a:r>
          </a:p>
          <a:p>
            <a:pPr>
              <a:defRPr sz="1400"/>
            </a:pPr>
            <a:r>
              <a:t>Bullet 5 body text row 4 on slide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12</a:t>
            </a:r>
          </a:p>
          <a:p>
            <a:pPr>
              <a:defRPr sz="1400"/>
            </a:pPr>
            <a:r>
              <a:t>Bullet 2 body text row 5 on slide 12</a:t>
            </a:r>
          </a:p>
          <a:p>
            <a:pPr>
              <a:defRPr sz="1600"/>
            </a:pPr>
            <a:r>
              <a:t>Bullet 3 body text row 5 on slide 12</a:t>
            </a:r>
          </a:p>
          <a:p>
            <a:pPr>
              <a:defRPr sz="1200"/>
            </a:pPr>
            <a:r>
              <a:t>Bullet 4 body text row 5 on slide 12</a:t>
            </a:r>
          </a:p>
          <a:p>
            <a:pPr>
              <a:defRPr sz="1400"/>
            </a:pPr>
            <a:r>
              <a:t>Bullet 5 body text row 5 on slide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12</a:t>
            </a:r>
          </a:p>
          <a:p>
            <a:pPr>
              <a:defRPr sz="1400"/>
            </a:pPr>
            <a:r>
              <a:t>Bullet 2 body text row 6 on slide 12</a:t>
            </a:r>
          </a:p>
          <a:p>
            <a:pPr>
              <a:defRPr sz="1600"/>
            </a:pPr>
            <a:r>
              <a:t>Bullet 3 body text row 6 on slide 12</a:t>
            </a:r>
          </a:p>
          <a:p>
            <a:pPr>
              <a:defRPr sz="1200"/>
            </a:pPr>
            <a:r>
              <a:t>Bullet 4 body text row 6 on slide 12</a:t>
            </a:r>
          </a:p>
          <a:p>
            <a:pPr>
              <a:defRPr sz="1400"/>
            </a:pPr>
            <a:r>
              <a:t>Bullet 5 body text row 6 on slide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13</a:t>
            </a:r>
          </a:p>
          <a:p>
            <a:pPr>
              <a:defRPr sz="1400"/>
            </a:pPr>
            <a:r>
              <a:t>Bullet 2 body text row 1 on slide 13</a:t>
            </a:r>
          </a:p>
          <a:p>
            <a:pPr>
              <a:defRPr sz="1600"/>
            </a:pPr>
            <a:r>
              <a:t>Bullet 3 body text row 1 on slide 13</a:t>
            </a:r>
          </a:p>
          <a:p>
            <a:pPr>
              <a:defRPr sz="1200"/>
            </a:pPr>
            <a:r>
              <a:t>Bullet 4 body text row 1 on slide 13</a:t>
            </a:r>
          </a:p>
          <a:p>
            <a:pPr>
              <a:defRPr sz="1400"/>
            </a:pPr>
            <a:r>
              <a:t>Bullet 5 body text row 1 on 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13</a:t>
            </a:r>
          </a:p>
          <a:p>
            <a:pPr>
              <a:defRPr sz="1400"/>
            </a:pPr>
            <a:r>
              <a:t>Bullet 2 body text row 2 on slide 13</a:t>
            </a:r>
          </a:p>
          <a:p>
            <a:pPr>
              <a:defRPr sz="1600"/>
            </a:pPr>
            <a:r>
              <a:t>Bullet 3 body text row 2 on slide 13</a:t>
            </a:r>
          </a:p>
          <a:p>
            <a:pPr>
              <a:defRPr sz="1200"/>
            </a:pPr>
            <a:r>
              <a:t>Bullet 4 body text row 2 on slide 13</a:t>
            </a:r>
          </a:p>
          <a:p>
            <a:pPr>
              <a:defRPr sz="1400"/>
            </a:pPr>
            <a:r>
              <a:t>Bullet 5 body text row 2 on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13</a:t>
            </a:r>
          </a:p>
          <a:p>
            <a:pPr>
              <a:defRPr sz="1400"/>
            </a:pPr>
            <a:r>
              <a:t>Bullet 2 body text row 3 on slide 13</a:t>
            </a:r>
          </a:p>
          <a:p>
            <a:pPr>
              <a:defRPr sz="1600"/>
            </a:pPr>
            <a:r>
              <a:t>Bullet 3 body text row 3 on slide 13</a:t>
            </a:r>
          </a:p>
          <a:p>
            <a:pPr>
              <a:defRPr sz="1200"/>
            </a:pPr>
            <a:r>
              <a:t>Bullet 4 body text row 3 on slide 13</a:t>
            </a:r>
          </a:p>
          <a:p>
            <a:pPr>
              <a:defRPr sz="1400"/>
            </a:pPr>
            <a:r>
              <a:t>Bullet 5 body text row 3 on slide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13</a:t>
            </a:r>
          </a:p>
          <a:p>
            <a:pPr>
              <a:defRPr sz="1400"/>
            </a:pPr>
            <a:r>
              <a:t>Bullet 2 body text row 4 on slide 13</a:t>
            </a:r>
          </a:p>
          <a:p>
            <a:pPr>
              <a:defRPr sz="1600"/>
            </a:pPr>
            <a:r>
              <a:t>Bullet 3 body text row 4 on slide 13</a:t>
            </a:r>
          </a:p>
          <a:p>
            <a:pPr>
              <a:defRPr sz="1200"/>
            </a:pPr>
            <a:r>
              <a:t>Bullet 4 body text row 4 on slide 13</a:t>
            </a:r>
          </a:p>
          <a:p>
            <a:pPr>
              <a:defRPr sz="1400"/>
            </a:pPr>
            <a:r>
              <a:t>Bullet 5 body text row 4 on slide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13</a:t>
            </a:r>
          </a:p>
          <a:p>
            <a:pPr>
              <a:defRPr sz="1400"/>
            </a:pPr>
            <a:r>
              <a:t>Bullet 2 body text row 5 on slide 13</a:t>
            </a:r>
          </a:p>
          <a:p>
            <a:pPr>
              <a:defRPr sz="1600"/>
            </a:pPr>
            <a:r>
              <a:t>Bullet 3 body text row 5 on slide 13</a:t>
            </a:r>
          </a:p>
          <a:p>
            <a:pPr>
              <a:defRPr sz="1200"/>
            </a:pPr>
            <a:r>
              <a:t>Bullet 4 body text row 5 on slide 13</a:t>
            </a:r>
          </a:p>
          <a:p>
            <a:pPr>
              <a:defRPr sz="1400"/>
            </a:pPr>
            <a:r>
              <a:t>Bullet 5 body text row 5 on slide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13</a:t>
            </a:r>
          </a:p>
          <a:p>
            <a:pPr>
              <a:defRPr sz="1400"/>
            </a:pPr>
            <a:r>
              <a:t>Bullet 2 body text row 6 on slide 13</a:t>
            </a:r>
          </a:p>
          <a:p>
            <a:pPr>
              <a:defRPr sz="1600"/>
            </a:pPr>
            <a:r>
              <a:t>Bullet 3 body text row 6 on slide 13</a:t>
            </a:r>
          </a:p>
          <a:p>
            <a:pPr>
              <a:defRPr sz="1200"/>
            </a:pPr>
            <a:r>
              <a:t>Bullet 4 body text row 6 on slide 13</a:t>
            </a:r>
          </a:p>
          <a:p>
            <a:pPr>
              <a:defRPr sz="1400"/>
            </a:pPr>
            <a:r>
              <a:t>Bullet 5 body text row 6 on slide 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14</a:t>
            </a:r>
          </a:p>
          <a:p>
            <a:pPr>
              <a:defRPr sz="1400"/>
            </a:pPr>
            <a:r>
              <a:t>Bullet 2 body text row 1 on slide 14</a:t>
            </a:r>
          </a:p>
          <a:p>
            <a:pPr>
              <a:defRPr sz="1600"/>
            </a:pPr>
            <a:r>
              <a:t>Bullet 3 body text row 1 on slide 14</a:t>
            </a:r>
          </a:p>
          <a:p>
            <a:pPr>
              <a:defRPr sz="1200"/>
            </a:pPr>
            <a:r>
              <a:t>Bullet 4 body text row 1 on slide 14</a:t>
            </a:r>
          </a:p>
          <a:p>
            <a:pPr>
              <a:defRPr sz="1400"/>
            </a:pPr>
            <a:r>
              <a:t>Bullet 5 body text row 1 on 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14</a:t>
            </a:r>
          </a:p>
          <a:p>
            <a:pPr>
              <a:defRPr sz="1400"/>
            </a:pPr>
            <a:r>
              <a:t>Bullet 2 body text row 2 on slide 14</a:t>
            </a:r>
          </a:p>
          <a:p>
            <a:pPr>
              <a:defRPr sz="1600"/>
            </a:pPr>
            <a:r>
              <a:t>Bullet 3 body text row 2 on slide 14</a:t>
            </a:r>
          </a:p>
          <a:p>
            <a:pPr>
              <a:defRPr sz="1200"/>
            </a:pPr>
            <a:r>
              <a:t>Bullet 4 body text row 2 on slide 14</a:t>
            </a:r>
          </a:p>
          <a:p>
            <a:pPr>
              <a:defRPr sz="1400"/>
            </a:pPr>
            <a:r>
              <a:t>Bullet 5 body text row 2 on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14</a:t>
            </a:r>
          </a:p>
          <a:p>
            <a:pPr>
              <a:defRPr sz="1400"/>
            </a:pPr>
            <a:r>
              <a:t>Bullet 2 body text row 3 on slide 14</a:t>
            </a:r>
          </a:p>
          <a:p>
            <a:pPr>
              <a:defRPr sz="1600"/>
            </a:pPr>
            <a:r>
              <a:t>Bullet 3 body text row 3 on slide 14</a:t>
            </a:r>
          </a:p>
          <a:p>
            <a:pPr>
              <a:defRPr sz="1200"/>
            </a:pPr>
            <a:r>
              <a:t>Bullet 4 body text row 3 on slide 14</a:t>
            </a:r>
          </a:p>
          <a:p>
            <a:pPr>
              <a:defRPr sz="1400"/>
            </a:pPr>
            <a:r>
              <a:t>Bullet 5 body text row 3 on slide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14</a:t>
            </a:r>
          </a:p>
          <a:p>
            <a:pPr>
              <a:defRPr sz="1400"/>
            </a:pPr>
            <a:r>
              <a:t>Bullet 2 body text row 4 on slide 14</a:t>
            </a:r>
          </a:p>
          <a:p>
            <a:pPr>
              <a:defRPr sz="1600"/>
            </a:pPr>
            <a:r>
              <a:t>Bullet 3 body text row 4 on slide 14</a:t>
            </a:r>
          </a:p>
          <a:p>
            <a:pPr>
              <a:defRPr sz="1200"/>
            </a:pPr>
            <a:r>
              <a:t>Bullet 4 body text row 4 on slide 14</a:t>
            </a:r>
          </a:p>
          <a:p>
            <a:pPr>
              <a:defRPr sz="1400"/>
            </a:pPr>
            <a:r>
              <a:t>Bullet 5 body text row 4 on slide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14</a:t>
            </a:r>
          </a:p>
          <a:p>
            <a:pPr>
              <a:defRPr sz="1400"/>
            </a:pPr>
            <a:r>
              <a:t>Bullet 2 body text row 5 on slide 14</a:t>
            </a:r>
          </a:p>
          <a:p>
            <a:pPr>
              <a:defRPr sz="1600"/>
            </a:pPr>
            <a:r>
              <a:t>Bullet 3 body text row 5 on slide 14</a:t>
            </a:r>
          </a:p>
          <a:p>
            <a:pPr>
              <a:defRPr sz="1200"/>
            </a:pPr>
            <a:r>
              <a:t>Bullet 4 body text row 5 on slide 14</a:t>
            </a:r>
          </a:p>
          <a:p>
            <a:pPr>
              <a:defRPr sz="1400"/>
            </a:pPr>
            <a:r>
              <a:t>Bullet 5 body text row 5 on slide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14</a:t>
            </a:r>
          </a:p>
          <a:p>
            <a:pPr>
              <a:defRPr sz="1400"/>
            </a:pPr>
            <a:r>
              <a:t>Bullet 2 body text row 6 on slide 14</a:t>
            </a:r>
          </a:p>
          <a:p>
            <a:pPr>
              <a:defRPr sz="1600"/>
            </a:pPr>
            <a:r>
              <a:t>Bullet 3 body text row 6 on slide 14</a:t>
            </a:r>
          </a:p>
          <a:p>
            <a:pPr>
              <a:defRPr sz="1200"/>
            </a:pPr>
            <a:r>
              <a:t>Bullet 4 body text row 6 on slide 14</a:t>
            </a:r>
          </a:p>
          <a:p>
            <a:pPr>
              <a:defRPr sz="1400"/>
            </a:pPr>
            <a:r>
              <a:t>Bullet 5 body text row 6 on slide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15</a:t>
            </a:r>
          </a:p>
          <a:p>
            <a:pPr>
              <a:defRPr sz="1400"/>
            </a:pPr>
            <a:r>
              <a:t>Bullet 2 body text row 1 on slide 15</a:t>
            </a:r>
          </a:p>
          <a:p>
            <a:pPr>
              <a:defRPr sz="1600"/>
            </a:pPr>
            <a:r>
              <a:t>Bullet 3 body text row 1 on slide 15</a:t>
            </a:r>
          </a:p>
          <a:p>
            <a:pPr>
              <a:defRPr sz="1200"/>
            </a:pPr>
            <a:r>
              <a:t>Bullet 4 body text row 1 on slide 15</a:t>
            </a:r>
          </a:p>
          <a:p>
            <a:pPr>
              <a:defRPr sz="1400"/>
            </a:pPr>
            <a:r>
              <a:t>Bullet 5 body text row 1 on 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15</a:t>
            </a:r>
          </a:p>
          <a:p>
            <a:pPr>
              <a:defRPr sz="1400"/>
            </a:pPr>
            <a:r>
              <a:t>Bullet 2 body text row 2 on slide 15</a:t>
            </a:r>
          </a:p>
          <a:p>
            <a:pPr>
              <a:defRPr sz="1600"/>
            </a:pPr>
            <a:r>
              <a:t>Bullet 3 body text row 2 on slide 15</a:t>
            </a:r>
          </a:p>
          <a:p>
            <a:pPr>
              <a:defRPr sz="1200"/>
            </a:pPr>
            <a:r>
              <a:t>Bullet 4 body text row 2 on slide 15</a:t>
            </a:r>
          </a:p>
          <a:p>
            <a:pPr>
              <a:defRPr sz="1400"/>
            </a:pPr>
            <a:r>
              <a:t>Bullet 5 body text row 2 on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15</a:t>
            </a:r>
          </a:p>
          <a:p>
            <a:pPr>
              <a:defRPr sz="1400"/>
            </a:pPr>
            <a:r>
              <a:t>Bullet 2 body text row 3 on slide 15</a:t>
            </a:r>
          </a:p>
          <a:p>
            <a:pPr>
              <a:defRPr sz="1600"/>
            </a:pPr>
            <a:r>
              <a:t>Bullet 3 body text row 3 on slide 15</a:t>
            </a:r>
          </a:p>
          <a:p>
            <a:pPr>
              <a:defRPr sz="1200"/>
            </a:pPr>
            <a:r>
              <a:t>Bullet 4 body text row 3 on slide 15</a:t>
            </a:r>
          </a:p>
          <a:p>
            <a:pPr>
              <a:defRPr sz="1400"/>
            </a:pPr>
            <a:r>
              <a:t>Bullet 5 body text row 3 on slide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15</a:t>
            </a:r>
          </a:p>
          <a:p>
            <a:pPr>
              <a:defRPr sz="1400"/>
            </a:pPr>
            <a:r>
              <a:t>Bullet 2 body text row 4 on slide 15</a:t>
            </a:r>
          </a:p>
          <a:p>
            <a:pPr>
              <a:defRPr sz="1600"/>
            </a:pPr>
            <a:r>
              <a:t>Bullet 3 body text row 4 on slide 15</a:t>
            </a:r>
          </a:p>
          <a:p>
            <a:pPr>
              <a:defRPr sz="1200"/>
            </a:pPr>
            <a:r>
              <a:t>Bullet 4 body text row 4 on slide 15</a:t>
            </a:r>
          </a:p>
          <a:p>
            <a:pPr>
              <a:defRPr sz="1400"/>
            </a:pPr>
            <a:r>
              <a:t>Bullet 5 body text row 4 on slide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15</a:t>
            </a:r>
          </a:p>
          <a:p>
            <a:pPr>
              <a:defRPr sz="1400"/>
            </a:pPr>
            <a:r>
              <a:t>Bullet 2 body text row 5 on slide 15</a:t>
            </a:r>
          </a:p>
          <a:p>
            <a:pPr>
              <a:defRPr sz="1600"/>
            </a:pPr>
            <a:r>
              <a:t>Bullet 3 body text row 5 on slide 15</a:t>
            </a:r>
          </a:p>
          <a:p>
            <a:pPr>
              <a:defRPr sz="1200"/>
            </a:pPr>
            <a:r>
              <a:t>Bullet 4 body text row 5 on slide 15</a:t>
            </a:r>
          </a:p>
          <a:p>
            <a:pPr>
              <a:defRPr sz="1400"/>
            </a:pPr>
            <a:r>
              <a:t>Bullet 5 body text row 5 on slide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15</a:t>
            </a:r>
          </a:p>
          <a:p>
            <a:pPr>
              <a:defRPr sz="1400"/>
            </a:pPr>
            <a:r>
              <a:t>Bullet 2 body text row 6 on slide 15</a:t>
            </a:r>
          </a:p>
          <a:p>
            <a:pPr>
              <a:defRPr sz="1600"/>
            </a:pPr>
            <a:r>
              <a:t>Bullet 3 body text row 6 on slide 15</a:t>
            </a:r>
          </a:p>
          <a:p>
            <a:pPr>
              <a:defRPr sz="1200"/>
            </a:pPr>
            <a:r>
              <a:t>Bullet 4 body text row 6 on slide 15</a:t>
            </a:r>
          </a:p>
          <a:p>
            <a:pPr>
              <a:defRPr sz="1400"/>
            </a:pPr>
            <a:r>
              <a:t>Bullet 5 body text row 6 on slide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16</a:t>
            </a:r>
          </a:p>
          <a:p>
            <a:pPr>
              <a:defRPr sz="1400"/>
            </a:pPr>
            <a:r>
              <a:t>Bullet 2 body text row 1 on slide 16</a:t>
            </a:r>
          </a:p>
          <a:p>
            <a:pPr>
              <a:defRPr sz="1600"/>
            </a:pPr>
            <a:r>
              <a:t>Bullet 3 body text row 1 on slide 16</a:t>
            </a:r>
          </a:p>
          <a:p>
            <a:pPr>
              <a:defRPr sz="1200"/>
            </a:pPr>
            <a:r>
              <a:t>Bullet 4 body text row 1 on slide 16</a:t>
            </a:r>
          </a:p>
          <a:p>
            <a:pPr>
              <a:defRPr sz="1400"/>
            </a:pPr>
            <a:r>
              <a:t>Bullet 5 body text row 1 on slide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16</a:t>
            </a:r>
          </a:p>
          <a:p>
            <a:pPr>
              <a:defRPr sz="1400"/>
            </a:pPr>
            <a:r>
              <a:t>Bullet 2 body text row 2 on slide 16</a:t>
            </a:r>
          </a:p>
          <a:p>
            <a:pPr>
              <a:defRPr sz="1600"/>
            </a:pPr>
            <a:r>
              <a:t>Bullet 3 body text row 2 on slide 16</a:t>
            </a:r>
          </a:p>
          <a:p>
            <a:pPr>
              <a:defRPr sz="1200"/>
            </a:pPr>
            <a:r>
              <a:t>Bullet 4 body text row 2 on slide 16</a:t>
            </a:r>
          </a:p>
          <a:p>
            <a:pPr>
              <a:defRPr sz="1400"/>
            </a:pPr>
            <a:r>
              <a:t>Bullet 5 body text row 2 on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16</a:t>
            </a:r>
          </a:p>
          <a:p>
            <a:pPr>
              <a:defRPr sz="1400"/>
            </a:pPr>
            <a:r>
              <a:t>Bullet 2 body text row 3 on slide 16</a:t>
            </a:r>
          </a:p>
          <a:p>
            <a:pPr>
              <a:defRPr sz="1600"/>
            </a:pPr>
            <a:r>
              <a:t>Bullet 3 body text row 3 on slide 16</a:t>
            </a:r>
          </a:p>
          <a:p>
            <a:pPr>
              <a:defRPr sz="1200"/>
            </a:pPr>
            <a:r>
              <a:t>Bullet 4 body text row 3 on slide 16</a:t>
            </a:r>
          </a:p>
          <a:p>
            <a:pPr>
              <a:defRPr sz="1400"/>
            </a:pPr>
            <a:r>
              <a:t>Bullet 5 body text row 3 on slide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16</a:t>
            </a:r>
          </a:p>
          <a:p>
            <a:pPr>
              <a:defRPr sz="1400"/>
            </a:pPr>
            <a:r>
              <a:t>Bullet 2 body text row 4 on slide 16</a:t>
            </a:r>
          </a:p>
          <a:p>
            <a:pPr>
              <a:defRPr sz="1600"/>
            </a:pPr>
            <a:r>
              <a:t>Bullet 3 body text row 4 on slide 16</a:t>
            </a:r>
          </a:p>
          <a:p>
            <a:pPr>
              <a:defRPr sz="1200"/>
            </a:pPr>
            <a:r>
              <a:t>Bullet 4 body text row 4 on slide 16</a:t>
            </a:r>
          </a:p>
          <a:p>
            <a:pPr>
              <a:defRPr sz="1400"/>
            </a:pPr>
            <a:r>
              <a:t>Bullet 5 body text row 4 on slide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16</a:t>
            </a:r>
          </a:p>
          <a:p>
            <a:pPr>
              <a:defRPr sz="1400"/>
            </a:pPr>
            <a:r>
              <a:t>Bullet 2 body text row 5 on slide 16</a:t>
            </a:r>
          </a:p>
          <a:p>
            <a:pPr>
              <a:defRPr sz="1600"/>
            </a:pPr>
            <a:r>
              <a:t>Bullet 3 body text row 5 on slide 16</a:t>
            </a:r>
          </a:p>
          <a:p>
            <a:pPr>
              <a:defRPr sz="1200"/>
            </a:pPr>
            <a:r>
              <a:t>Bullet 4 body text row 5 on slide 16</a:t>
            </a:r>
          </a:p>
          <a:p>
            <a:pPr>
              <a:defRPr sz="1400"/>
            </a:pPr>
            <a:r>
              <a:t>Bullet 5 body text row 5 on slide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16</a:t>
            </a:r>
          </a:p>
          <a:p>
            <a:pPr>
              <a:defRPr sz="1400"/>
            </a:pPr>
            <a:r>
              <a:t>Bullet 2 body text row 6 on slide 16</a:t>
            </a:r>
          </a:p>
          <a:p>
            <a:pPr>
              <a:defRPr sz="1600"/>
            </a:pPr>
            <a:r>
              <a:t>Bullet 3 body text row 6 on slide 16</a:t>
            </a:r>
          </a:p>
          <a:p>
            <a:pPr>
              <a:defRPr sz="1200"/>
            </a:pPr>
            <a:r>
              <a:t>Bullet 4 body text row 6 on slide 16</a:t>
            </a:r>
          </a:p>
          <a:p>
            <a:pPr>
              <a:defRPr sz="1400"/>
            </a:pPr>
            <a:r>
              <a:t>Bullet 5 body text row 6 on slide 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17</a:t>
            </a:r>
          </a:p>
          <a:p>
            <a:pPr>
              <a:defRPr sz="1400"/>
            </a:pPr>
            <a:r>
              <a:t>Bullet 2 body text row 1 on slide 17</a:t>
            </a:r>
          </a:p>
          <a:p>
            <a:pPr>
              <a:defRPr sz="1600"/>
            </a:pPr>
            <a:r>
              <a:t>Bullet 3 body text row 1 on slide 17</a:t>
            </a:r>
          </a:p>
          <a:p>
            <a:pPr>
              <a:defRPr sz="1200"/>
            </a:pPr>
            <a:r>
              <a:t>Bullet 4 body text row 1 on slide 17</a:t>
            </a:r>
          </a:p>
          <a:p>
            <a:pPr>
              <a:defRPr sz="1400"/>
            </a:pPr>
            <a:r>
              <a:t>Bullet 5 body text row 1 on slide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17</a:t>
            </a:r>
          </a:p>
          <a:p>
            <a:pPr>
              <a:defRPr sz="1400"/>
            </a:pPr>
            <a:r>
              <a:t>Bullet 2 body text row 2 on slide 17</a:t>
            </a:r>
          </a:p>
          <a:p>
            <a:pPr>
              <a:defRPr sz="1600"/>
            </a:pPr>
            <a:r>
              <a:t>Bullet 3 body text row 2 on slide 17</a:t>
            </a:r>
          </a:p>
          <a:p>
            <a:pPr>
              <a:defRPr sz="1200"/>
            </a:pPr>
            <a:r>
              <a:t>Bullet 4 body text row 2 on slide 17</a:t>
            </a:r>
          </a:p>
          <a:p>
            <a:pPr>
              <a:defRPr sz="1400"/>
            </a:pPr>
            <a:r>
              <a:t>Bullet 5 body text row 2 on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17</a:t>
            </a:r>
          </a:p>
          <a:p>
            <a:pPr>
              <a:defRPr sz="1400"/>
            </a:pPr>
            <a:r>
              <a:t>Bullet 2 body text row 3 on slide 17</a:t>
            </a:r>
          </a:p>
          <a:p>
            <a:pPr>
              <a:defRPr sz="1600"/>
            </a:pPr>
            <a:r>
              <a:t>Bullet 3 body text row 3 on slide 17</a:t>
            </a:r>
          </a:p>
          <a:p>
            <a:pPr>
              <a:defRPr sz="1200"/>
            </a:pPr>
            <a:r>
              <a:t>Bullet 4 body text row 3 on slide 17</a:t>
            </a:r>
          </a:p>
          <a:p>
            <a:pPr>
              <a:defRPr sz="1400"/>
            </a:pPr>
            <a:r>
              <a:t>Bullet 5 body text row 3 on slide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17</a:t>
            </a:r>
          </a:p>
          <a:p>
            <a:pPr>
              <a:defRPr sz="1400"/>
            </a:pPr>
            <a:r>
              <a:t>Bullet 2 body text row 4 on slide 17</a:t>
            </a:r>
          </a:p>
          <a:p>
            <a:pPr>
              <a:defRPr sz="1600"/>
            </a:pPr>
            <a:r>
              <a:t>Bullet 3 body text row 4 on slide 17</a:t>
            </a:r>
          </a:p>
          <a:p>
            <a:pPr>
              <a:defRPr sz="1200"/>
            </a:pPr>
            <a:r>
              <a:t>Bullet 4 body text row 4 on slide 17</a:t>
            </a:r>
          </a:p>
          <a:p>
            <a:pPr>
              <a:defRPr sz="1400"/>
            </a:pPr>
            <a:r>
              <a:t>Bullet 5 body text row 4 on slide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17</a:t>
            </a:r>
          </a:p>
          <a:p>
            <a:pPr>
              <a:defRPr sz="1400"/>
            </a:pPr>
            <a:r>
              <a:t>Bullet 2 body text row 5 on slide 17</a:t>
            </a:r>
          </a:p>
          <a:p>
            <a:pPr>
              <a:defRPr sz="1600"/>
            </a:pPr>
            <a:r>
              <a:t>Bullet 3 body text row 5 on slide 17</a:t>
            </a:r>
          </a:p>
          <a:p>
            <a:pPr>
              <a:defRPr sz="1200"/>
            </a:pPr>
            <a:r>
              <a:t>Bullet 4 body text row 5 on slide 17</a:t>
            </a:r>
          </a:p>
          <a:p>
            <a:pPr>
              <a:defRPr sz="1400"/>
            </a:pPr>
            <a:r>
              <a:t>Bullet 5 body text row 5 on slide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17</a:t>
            </a:r>
          </a:p>
          <a:p>
            <a:pPr>
              <a:defRPr sz="1400"/>
            </a:pPr>
            <a:r>
              <a:t>Bullet 2 body text row 6 on slide 17</a:t>
            </a:r>
          </a:p>
          <a:p>
            <a:pPr>
              <a:defRPr sz="1600"/>
            </a:pPr>
            <a:r>
              <a:t>Bullet 3 body text row 6 on slide 17</a:t>
            </a:r>
          </a:p>
          <a:p>
            <a:pPr>
              <a:defRPr sz="1200"/>
            </a:pPr>
            <a:r>
              <a:t>Bullet 4 body text row 6 on slide 17</a:t>
            </a:r>
          </a:p>
          <a:p>
            <a:pPr>
              <a:defRPr sz="1400"/>
            </a:pPr>
            <a:r>
              <a:t>Bullet 5 body text row 6 on slide 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18</a:t>
            </a:r>
          </a:p>
          <a:p>
            <a:pPr>
              <a:defRPr sz="1400"/>
            </a:pPr>
            <a:r>
              <a:t>Bullet 2 body text row 1 on slide 18</a:t>
            </a:r>
          </a:p>
          <a:p>
            <a:pPr>
              <a:defRPr sz="1600"/>
            </a:pPr>
            <a:r>
              <a:t>Bullet 3 body text row 1 on slide 18</a:t>
            </a:r>
          </a:p>
          <a:p>
            <a:pPr>
              <a:defRPr sz="1200"/>
            </a:pPr>
            <a:r>
              <a:t>Bullet 4 body text row 1 on slide 18</a:t>
            </a:r>
          </a:p>
          <a:p>
            <a:pPr>
              <a:defRPr sz="1400"/>
            </a:pPr>
            <a:r>
              <a:t>Bullet 5 body text row 1 on slide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18</a:t>
            </a:r>
          </a:p>
          <a:p>
            <a:pPr>
              <a:defRPr sz="1400"/>
            </a:pPr>
            <a:r>
              <a:t>Bullet 2 body text row 2 on slide 18</a:t>
            </a:r>
          </a:p>
          <a:p>
            <a:pPr>
              <a:defRPr sz="1600"/>
            </a:pPr>
            <a:r>
              <a:t>Bullet 3 body text row 2 on slide 18</a:t>
            </a:r>
          </a:p>
          <a:p>
            <a:pPr>
              <a:defRPr sz="1200"/>
            </a:pPr>
            <a:r>
              <a:t>Bullet 4 body text row 2 on slide 18</a:t>
            </a:r>
          </a:p>
          <a:p>
            <a:pPr>
              <a:defRPr sz="1400"/>
            </a:pPr>
            <a:r>
              <a:t>Bullet 5 body text row 2 on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18</a:t>
            </a:r>
          </a:p>
          <a:p>
            <a:pPr>
              <a:defRPr sz="1400"/>
            </a:pPr>
            <a:r>
              <a:t>Bullet 2 body text row 3 on slide 18</a:t>
            </a:r>
          </a:p>
          <a:p>
            <a:pPr>
              <a:defRPr sz="1600"/>
            </a:pPr>
            <a:r>
              <a:t>Bullet 3 body text row 3 on slide 18</a:t>
            </a:r>
          </a:p>
          <a:p>
            <a:pPr>
              <a:defRPr sz="1200"/>
            </a:pPr>
            <a:r>
              <a:t>Bullet 4 body text row 3 on slide 18</a:t>
            </a:r>
          </a:p>
          <a:p>
            <a:pPr>
              <a:defRPr sz="1400"/>
            </a:pPr>
            <a:r>
              <a:t>Bullet 5 body text row 3 on slide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18</a:t>
            </a:r>
          </a:p>
          <a:p>
            <a:pPr>
              <a:defRPr sz="1400"/>
            </a:pPr>
            <a:r>
              <a:t>Bullet 2 body text row 4 on slide 18</a:t>
            </a:r>
          </a:p>
          <a:p>
            <a:pPr>
              <a:defRPr sz="1600"/>
            </a:pPr>
            <a:r>
              <a:t>Bullet 3 body text row 4 on slide 18</a:t>
            </a:r>
          </a:p>
          <a:p>
            <a:pPr>
              <a:defRPr sz="1200"/>
            </a:pPr>
            <a:r>
              <a:t>Bullet 4 body text row 4 on slide 18</a:t>
            </a:r>
          </a:p>
          <a:p>
            <a:pPr>
              <a:defRPr sz="1400"/>
            </a:pPr>
            <a:r>
              <a:t>Bullet 5 body text row 4 on slide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18</a:t>
            </a:r>
          </a:p>
          <a:p>
            <a:pPr>
              <a:defRPr sz="1400"/>
            </a:pPr>
            <a:r>
              <a:t>Bullet 2 body text row 5 on slide 18</a:t>
            </a:r>
          </a:p>
          <a:p>
            <a:pPr>
              <a:defRPr sz="1600"/>
            </a:pPr>
            <a:r>
              <a:t>Bullet 3 body text row 5 on slide 18</a:t>
            </a:r>
          </a:p>
          <a:p>
            <a:pPr>
              <a:defRPr sz="1200"/>
            </a:pPr>
            <a:r>
              <a:t>Bullet 4 body text row 5 on slide 18</a:t>
            </a:r>
          </a:p>
          <a:p>
            <a:pPr>
              <a:defRPr sz="1400"/>
            </a:pPr>
            <a:r>
              <a:t>Bullet 5 body text row 5 on slide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18</a:t>
            </a:r>
          </a:p>
          <a:p>
            <a:pPr>
              <a:defRPr sz="1400"/>
            </a:pPr>
            <a:r>
              <a:t>Bullet 2 body text row 6 on slide 18</a:t>
            </a:r>
          </a:p>
          <a:p>
            <a:pPr>
              <a:defRPr sz="1600"/>
            </a:pPr>
            <a:r>
              <a:t>Bullet 3 body text row 6 on slide 18</a:t>
            </a:r>
          </a:p>
          <a:p>
            <a:pPr>
              <a:defRPr sz="1200"/>
            </a:pPr>
            <a:r>
              <a:t>Bullet 4 body text row 6 on slide 18</a:t>
            </a:r>
          </a:p>
          <a:p>
            <a:pPr>
              <a:defRPr sz="1400"/>
            </a:pPr>
            <a:r>
              <a:t>Bullet 5 body text row 6 on slide 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19</a:t>
            </a:r>
          </a:p>
          <a:p>
            <a:pPr>
              <a:defRPr sz="1400"/>
            </a:pPr>
            <a:r>
              <a:t>Bullet 2 body text row 1 on slide 19</a:t>
            </a:r>
          </a:p>
          <a:p>
            <a:pPr>
              <a:defRPr sz="1600"/>
            </a:pPr>
            <a:r>
              <a:t>Bullet 3 body text row 1 on slide 19</a:t>
            </a:r>
          </a:p>
          <a:p>
            <a:pPr>
              <a:defRPr sz="1200"/>
            </a:pPr>
            <a:r>
              <a:t>Bullet 4 body text row 1 on slide 19</a:t>
            </a:r>
          </a:p>
          <a:p>
            <a:pPr>
              <a:defRPr sz="1400"/>
            </a:pPr>
            <a:r>
              <a:t>Bullet 5 body text row 1 on slide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19</a:t>
            </a:r>
          </a:p>
          <a:p>
            <a:pPr>
              <a:defRPr sz="1400"/>
            </a:pPr>
            <a:r>
              <a:t>Bullet 2 body text row 2 on slide 19</a:t>
            </a:r>
          </a:p>
          <a:p>
            <a:pPr>
              <a:defRPr sz="1600"/>
            </a:pPr>
            <a:r>
              <a:t>Bullet 3 body text row 2 on slide 19</a:t>
            </a:r>
          </a:p>
          <a:p>
            <a:pPr>
              <a:defRPr sz="1200"/>
            </a:pPr>
            <a:r>
              <a:t>Bullet 4 body text row 2 on slide 19</a:t>
            </a:r>
          </a:p>
          <a:p>
            <a:pPr>
              <a:defRPr sz="1400"/>
            </a:pPr>
            <a:r>
              <a:t>Bullet 5 body text row 2 on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19</a:t>
            </a:r>
          </a:p>
          <a:p>
            <a:pPr>
              <a:defRPr sz="1400"/>
            </a:pPr>
            <a:r>
              <a:t>Bullet 2 body text row 3 on slide 19</a:t>
            </a:r>
          </a:p>
          <a:p>
            <a:pPr>
              <a:defRPr sz="1600"/>
            </a:pPr>
            <a:r>
              <a:t>Bullet 3 body text row 3 on slide 19</a:t>
            </a:r>
          </a:p>
          <a:p>
            <a:pPr>
              <a:defRPr sz="1200"/>
            </a:pPr>
            <a:r>
              <a:t>Bullet 4 body text row 3 on slide 19</a:t>
            </a:r>
          </a:p>
          <a:p>
            <a:pPr>
              <a:defRPr sz="1400"/>
            </a:pPr>
            <a:r>
              <a:t>Bullet 5 body text row 3 on slide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19</a:t>
            </a:r>
          </a:p>
          <a:p>
            <a:pPr>
              <a:defRPr sz="1400"/>
            </a:pPr>
            <a:r>
              <a:t>Bullet 2 body text row 4 on slide 19</a:t>
            </a:r>
          </a:p>
          <a:p>
            <a:pPr>
              <a:defRPr sz="1600"/>
            </a:pPr>
            <a:r>
              <a:t>Bullet 3 body text row 4 on slide 19</a:t>
            </a:r>
          </a:p>
          <a:p>
            <a:pPr>
              <a:defRPr sz="1200"/>
            </a:pPr>
            <a:r>
              <a:t>Bullet 4 body text row 4 on slide 19</a:t>
            </a:r>
          </a:p>
          <a:p>
            <a:pPr>
              <a:defRPr sz="1400"/>
            </a:pPr>
            <a:r>
              <a:t>Bullet 5 body text row 4 on slide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19</a:t>
            </a:r>
          </a:p>
          <a:p>
            <a:pPr>
              <a:defRPr sz="1400"/>
            </a:pPr>
            <a:r>
              <a:t>Bullet 2 body text row 5 on slide 19</a:t>
            </a:r>
          </a:p>
          <a:p>
            <a:pPr>
              <a:defRPr sz="1600"/>
            </a:pPr>
            <a:r>
              <a:t>Bullet 3 body text row 5 on slide 19</a:t>
            </a:r>
          </a:p>
          <a:p>
            <a:pPr>
              <a:defRPr sz="1200"/>
            </a:pPr>
            <a:r>
              <a:t>Bullet 4 body text row 5 on slide 19</a:t>
            </a:r>
          </a:p>
          <a:p>
            <a:pPr>
              <a:defRPr sz="1400"/>
            </a:pPr>
            <a:r>
              <a:t>Bullet 5 body text row 5 on slide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19</a:t>
            </a:r>
          </a:p>
          <a:p>
            <a:pPr>
              <a:defRPr sz="1400"/>
            </a:pPr>
            <a:r>
              <a:t>Bullet 2 body text row 6 on slide 19</a:t>
            </a:r>
          </a:p>
          <a:p>
            <a:pPr>
              <a:defRPr sz="1600"/>
            </a:pPr>
            <a:r>
              <a:t>Bullet 3 body text row 6 on slide 19</a:t>
            </a:r>
          </a:p>
          <a:p>
            <a:pPr>
              <a:defRPr sz="1200"/>
            </a:pPr>
            <a:r>
              <a:t>Bullet 4 body text row 6 on slide 19</a:t>
            </a:r>
          </a:p>
          <a:p>
            <a:pPr>
              <a:defRPr sz="1400"/>
            </a:pPr>
            <a:r>
              <a:t>Bullet 5 body text row 6 on slide 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20</a:t>
            </a:r>
          </a:p>
          <a:p>
            <a:pPr>
              <a:defRPr sz="1400"/>
            </a:pPr>
            <a:r>
              <a:t>Bullet 2 body text row 1 on slide 20</a:t>
            </a:r>
          </a:p>
          <a:p>
            <a:pPr>
              <a:defRPr sz="1600"/>
            </a:pPr>
            <a:r>
              <a:t>Bullet 3 body text row 1 on slide 20</a:t>
            </a:r>
          </a:p>
          <a:p>
            <a:pPr>
              <a:defRPr sz="1200"/>
            </a:pPr>
            <a:r>
              <a:t>Bullet 4 body text row 1 on slide 20</a:t>
            </a:r>
          </a:p>
          <a:p>
            <a:pPr>
              <a:defRPr sz="1400"/>
            </a:pPr>
            <a:r>
              <a:t>Bullet 5 body text row 1 on slide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20</a:t>
            </a:r>
          </a:p>
          <a:p>
            <a:pPr>
              <a:defRPr sz="1400"/>
            </a:pPr>
            <a:r>
              <a:t>Bullet 2 body text row 2 on slide 20</a:t>
            </a:r>
          </a:p>
          <a:p>
            <a:pPr>
              <a:defRPr sz="1600"/>
            </a:pPr>
            <a:r>
              <a:t>Bullet 3 body text row 2 on slide 20</a:t>
            </a:r>
          </a:p>
          <a:p>
            <a:pPr>
              <a:defRPr sz="1200"/>
            </a:pPr>
            <a:r>
              <a:t>Bullet 4 body text row 2 on slide 20</a:t>
            </a:r>
          </a:p>
          <a:p>
            <a:pPr>
              <a:defRPr sz="1400"/>
            </a:pPr>
            <a:r>
              <a:t>Bullet 5 body text row 2 on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20</a:t>
            </a:r>
          </a:p>
          <a:p>
            <a:pPr>
              <a:defRPr sz="1400"/>
            </a:pPr>
            <a:r>
              <a:t>Bullet 2 body text row 3 on slide 20</a:t>
            </a:r>
          </a:p>
          <a:p>
            <a:pPr>
              <a:defRPr sz="1600"/>
            </a:pPr>
            <a:r>
              <a:t>Bullet 3 body text row 3 on slide 20</a:t>
            </a:r>
          </a:p>
          <a:p>
            <a:pPr>
              <a:defRPr sz="1200"/>
            </a:pPr>
            <a:r>
              <a:t>Bullet 4 body text row 3 on slide 20</a:t>
            </a:r>
          </a:p>
          <a:p>
            <a:pPr>
              <a:defRPr sz="1400"/>
            </a:pPr>
            <a:r>
              <a:t>Bullet 5 body text row 3 on slide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20</a:t>
            </a:r>
          </a:p>
          <a:p>
            <a:pPr>
              <a:defRPr sz="1400"/>
            </a:pPr>
            <a:r>
              <a:t>Bullet 2 body text row 4 on slide 20</a:t>
            </a:r>
          </a:p>
          <a:p>
            <a:pPr>
              <a:defRPr sz="1600"/>
            </a:pPr>
            <a:r>
              <a:t>Bullet 3 body text row 4 on slide 20</a:t>
            </a:r>
          </a:p>
          <a:p>
            <a:pPr>
              <a:defRPr sz="1200"/>
            </a:pPr>
            <a:r>
              <a:t>Bullet 4 body text row 4 on slide 20</a:t>
            </a:r>
          </a:p>
          <a:p>
            <a:pPr>
              <a:defRPr sz="1400"/>
            </a:pPr>
            <a:r>
              <a:t>Bullet 5 body text row 4 on slide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20</a:t>
            </a:r>
          </a:p>
          <a:p>
            <a:pPr>
              <a:defRPr sz="1400"/>
            </a:pPr>
            <a:r>
              <a:t>Bullet 2 body text row 5 on slide 20</a:t>
            </a:r>
          </a:p>
          <a:p>
            <a:pPr>
              <a:defRPr sz="1600"/>
            </a:pPr>
            <a:r>
              <a:t>Bullet 3 body text row 5 on slide 20</a:t>
            </a:r>
          </a:p>
          <a:p>
            <a:pPr>
              <a:defRPr sz="1200"/>
            </a:pPr>
            <a:r>
              <a:t>Bullet 4 body text row 5 on slide 20</a:t>
            </a:r>
          </a:p>
          <a:p>
            <a:pPr>
              <a:defRPr sz="1400"/>
            </a:pPr>
            <a:r>
              <a:t>Bullet 5 body text row 5 on slide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20</a:t>
            </a:r>
          </a:p>
          <a:p>
            <a:pPr>
              <a:defRPr sz="1400"/>
            </a:pPr>
            <a:r>
              <a:t>Bullet 2 body text row 6 on slide 20</a:t>
            </a:r>
          </a:p>
          <a:p>
            <a:pPr>
              <a:defRPr sz="1600"/>
            </a:pPr>
            <a:r>
              <a:t>Bullet 3 body text row 6 on slide 20</a:t>
            </a:r>
          </a:p>
          <a:p>
            <a:pPr>
              <a:defRPr sz="1200"/>
            </a:pPr>
            <a:r>
              <a:t>Bullet 4 body text row 6 on slide 20</a:t>
            </a:r>
          </a:p>
          <a:p>
            <a:pPr>
              <a:defRPr sz="1400"/>
            </a:pPr>
            <a:r>
              <a:t>Bullet 5 body text row 6 on slide 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21</a:t>
            </a:r>
          </a:p>
          <a:p>
            <a:pPr>
              <a:defRPr sz="1400"/>
            </a:pPr>
            <a:r>
              <a:t>Bullet 2 body text row 1 on slide 21</a:t>
            </a:r>
          </a:p>
          <a:p>
            <a:pPr>
              <a:defRPr sz="1600"/>
            </a:pPr>
            <a:r>
              <a:t>Bullet 3 body text row 1 on slide 21</a:t>
            </a:r>
          </a:p>
          <a:p>
            <a:pPr>
              <a:defRPr sz="1200"/>
            </a:pPr>
            <a:r>
              <a:t>Bullet 4 body text row 1 on slide 21</a:t>
            </a:r>
          </a:p>
          <a:p>
            <a:pPr>
              <a:defRPr sz="1400"/>
            </a:pPr>
            <a:r>
              <a:t>Bullet 5 body text row 1 on slide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21</a:t>
            </a:r>
          </a:p>
          <a:p>
            <a:pPr>
              <a:defRPr sz="1400"/>
            </a:pPr>
            <a:r>
              <a:t>Bullet 2 body text row 2 on slide 21</a:t>
            </a:r>
          </a:p>
          <a:p>
            <a:pPr>
              <a:defRPr sz="1600"/>
            </a:pPr>
            <a:r>
              <a:t>Bullet 3 body text row 2 on slide 21</a:t>
            </a:r>
          </a:p>
          <a:p>
            <a:pPr>
              <a:defRPr sz="1200"/>
            </a:pPr>
            <a:r>
              <a:t>Bullet 4 body text row 2 on slide 21</a:t>
            </a:r>
          </a:p>
          <a:p>
            <a:pPr>
              <a:defRPr sz="1400"/>
            </a:pPr>
            <a:r>
              <a:t>Bullet 5 body text row 2 on 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21</a:t>
            </a:r>
          </a:p>
          <a:p>
            <a:pPr>
              <a:defRPr sz="1400"/>
            </a:pPr>
            <a:r>
              <a:t>Bullet 2 body text row 3 on slide 21</a:t>
            </a:r>
          </a:p>
          <a:p>
            <a:pPr>
              <a:defRPr sz="1600"/>
            </a:pPr>
            <a:r>
              <a:t>Bullet 3 body text row 3 on slide 21</a:t>
            </a:r>
          </a:p>
          <a:p>
            <a:pPr>
              <a:defRPr sz="1200"/>
            </a:pPr>
            <a:r>
              <a:t>Bullet 4 body text row 3 on slide 21</a:t>
            </a:r>
          </a:p>
          <a:p>
            <a:pPr>
              <a:defRPr sz="1400"/>
            </a:pPr>
            <a:r>
              <a:t>Bullet 5 body text row 3 on slide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21</a:t>
            </a:r>
          </a:p>
          <a:p>
            <a:pPr>
              <a:defRPr sz="1400"/>
            </a:pPr>
            <a:r>
              <a:t>Bullet 2 body text row 4 on slide 21</a:t>
            </a:r>
          </a:p>
          <a:p>
            <a:pPr>
              <a:defRPr sz="1600"/>
            </a:pPr>
            <a:r>
              <a:t>Bullet 3 body text row 4 on slide 21</a:t>
            </a:r>
          </a:p>
          <a:p>
            <a:pPr>
              <a:defRPr sz="1200"/>
            </a:pPr>
            <a:r>
              <a:t>Bullet 4 body text row 4 on slide 21</a:t>
            </a:r>
          </a:p>
          <a:p>
            <a:pPr>
              <a:defRPr sz="1400"/>
            </a:pPr>
            <a:r>
              <a:t>Bullet 5 body text row 4 on slide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21</a:t>
            </a:r>
          </a:p>
          <a:p>
            <a:pPr>
              <a:defRPr sz="1400"/>
            </a:pPr>
            <a:r>
              <a:t>Bullet 2 body text row 5 on slide 21</a:t>
            </a:r>
          </a:p>
          <a:p>
            <a:pPr>
              <a:defRPr sz="1600"/>
            </a:pPr>
            <a:r>
              <a:t>Bullet 3 body text row 5 on slide 21</a:t>
            </a:r>
          </a:p>
          <a:p>
            <a:pPr>
              <a:defRPr sz="1200"/>
            </a:pPr>
            <a:r>
              <a:t>Bullet 4 body text row 5 on slide 21</a:t>
            </a:r>
          </a:p>
          <a:p>
            <a:pPr>
              <a:defRPr sz="1400"/>
            </a:pPr>
            <a:r>
              <a:t>Bullet 5 body text row 5 on slide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21</a:t>
            </a:r>
          </a:p>
          <a:p>
            <a:pPr>
              <a:defRPr sz="1400"/>
            </a:pPr>
            <a:r>
              <a:t>Bullet 2 body text row 6 on slide 21</a:t>
            </a:r>
          </a:p>
          <a:p>
            <a:pPr>
              <a:defRPr sz="1600"/>
            </a:pPr>
            <a:r>
              <a:t>Bullet 3 body text row 6 on slide 21</a:t>
            </a:r>
          </a:p>
          <a:p>
            <a:pPr>
              <a:defRPr sz="1200"/>
            </a:pPr>
            <a:r>
              <a:t>Bullet 4 body text row 6 on slide 21</a:t>
            </a:r>
          </a:p>
          <a:p>
            <a:pPr>
              <a:defRPr sz="1400"/>
            </a:pPr>
            <a:r>
              <a:t>Bullet 5 body text row 6 on slide 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22</a:t>
            </a:r>
          </a:p>
          <a:p>
            <a:pPr>
              <a:defRPr sz="1400"/>
            </a:pPr>
            <a:r>
              <a:t>Bullet 2 body text row 1 on slide 22</a:t>
            </a:r>
          </a:p>
          <a:p>
            <a:pPr>
              <a:defRPr sz="1600"/>
            </a:pPr>
            <a:r>
              <a:t>Bullet 3 body text row 1 on slide 22</a:t>
            </a:r>
          </a:p>
          <a:p>
            <a:pPr>
              <a:defRPr sz="1200"/>
            </a:pPr>
            <a:r>
              <a:t>Bullet 4 body text row 1 on slide 22</a:t>
            </a:r>
          </a:p>
          <a:p>
            <a:pPr>
              <a:defRPr sz="1400"/>
            </a:pPr>
            <a:r>
              <a:t>Bullet 5 body text row 1 on slide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22</a:t>
            </a:r>
          </a:p>
          <a:p>
            <a:pPr>
              <a:defRPr sz="1400"/>
            </a:pPr>
            <a:r>
              <a:t>Bullet 2 body text row 2 on slide 22</a:t>
            </a:r>
          </a:p>
          <a:p>
            <a:pPr>
              <a:defRPr sz="1600"/>
            </a:pPr>
            <a:r>
              <a:t>Bullet 3 body text row 2 on slide 22</a:t>
            </a:r>
          </a:p>
          <a:p>
            <a:pPr>
              <a:defRPr sz="1200"/>
            </a:pPr>
            <a:r>
              <a:t>Bullet 4 body text row 2 on slide 22</a:t>
            </a:r>
          </a:p>
          <a:p>
            <a:pPr>
              <a:defRPr sz="1400"/>
            </a:pPr>
            <a:r>
              <a:t>Bullet 5 body text row 2 on 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22</a:t>
            </a:r>
          </a:p>
          <a:p>
            <a:pPr>
              <a:defRPr sz="1400"/>
            </a:pPr>
            <a:r>
              <a:t>Bullet 2 body text row 3 on slide 22</a:t>
            </a:r>
          </a:p>
          <a:p>
            <a:pPr>
              <a:defRPr sz="1600"/>
            </a:pPr>
            <a:r>
              <a:t>Bullet 3 body text row 3 on slide 22</a:t>
            </a:r>
          </a:p>
          <a:p>
            <a:pPr>
              <a:defRPr sz="1200"/>
            </a:pPr>
            <a:r>
              <a:t>Bullet 4 body text row 3 on slide 22</a:t>
            </a:r>
          </a:p>
          <a:p>
            <a:pPr>
              <a:defRPr sz="1400"/>
            </a:pPr>
            <a:r>
              <a:t>Bullet 5 body text row 3 on slide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22</a:t>
            </a:r>
          </a:p>
          <a:p>
            <a:pPr>
              <a:defRPr sz="1400"/>
            </a:pPr>
            <a:r>
              <a:t>Bullet 2 body text row 4 on slide 22</a:t>
            </a:r>
          </a:p>
          <a:p>
            <a:pPr>
              <a:defRPr sz="1600"/>
            </a:pPr>
            <a:r>
              <a:t>Bullet 3 body text row 4 on slide 22</a:t>
            </a:r>
          </a:p>
          <a:p>
            <a:pPr>
              <a:defRPr sz="1200"/>
            </a:pPr>
            <a:r>
              <a:t>Bullet 4 body text row 4 on slide 22</a:t>
            </a:r>
          </a:p>
          <a:p>
            <a:pPr>
              <a:defRPr sz="1400"/>
            </a:pPr>
            <a:r>
              <a:t>Bullet 5 body text row 4 on slide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22</a:t>
            </a:r>
          </a:p>
          <a:p>
            <a:pPr>
              <a:defRPr sz="1400"/>
            </a:pPr>
            <a:r>
              <a:t>Bullet 2 body text row 5 on slide 22</a:t>
            </a:r>
          </a:p>
          <a:p>
            <a:pPr>
              <a:defRPr sz="1600"/>
            </a:pPr>
            <a:r>
              <a:t>Bullet 3 body text row 5 on slide 22</a:t>
            </a:r>
          </a:p>
          <a:p>
            <a:pPr>
              <a:defRPr sz="1200"/>
            </a:pPr>
            <a:r>
              <a:t>Bullet 4 body text row 5 on slide 22</a:t>
            </a:r>
          </a:p>
          <a:p>
            <a:pPr>
              <a:defRPr sz="1400"/>
            </a:pPr>
            <a:r>
              <a:t>Bullet 5 body text row 5 on slide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22</a:t>
            </a:r>
          </a:p>
          <a:p>
            <a:pPr>
              <a:defRPr sz="1400"/>
            </a:pPr>
            <a:r>
              <a:t>Bullet 2 body text row 6 on slide 22</a:t>
            </a:r>
          </a:p>
          <a:p>
            <a:pPr>
              <a:defRPr sz="1600"/>
            </a:pPr>
            <a:r>
              <a:t>Bullet 3 body text row 6 on slide 22</a:t>
            </a:r>
          </a:p>
          <a:p>
            <a:pPr>
              <a:defRPr sz="1200"/>
            </a:pPr>
            <a:r>
              <a:t>Bullet 4 body text row 6 on slide 22</a:t>
            </a:r>
          </a:p>
          <a:p>
            <a:pPr>
              <a:defRPr sz="1400"/>
            </a:pPr>
            <a:r>
              <a:t>Bullet 5 body text row 6 on slide 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23</a:t>
            </a:r>
          </a:p>
          <a:p>
            <a:pPr>
              <a:defRPr sz="1400"/>
            </a:pPr>
            <a:r>
              <a:t>Bullet 2 body text row 1 on slide 23</a:t>
            </a:r>
          </a:p>
          <a:p>
            <a:pPr>
              <a:defRPr sz="1600"/>
            </a:pPr>
            <a:r>
              <a:t>Bullet 3 body text row 1 on slide 23</a:t>
            </a:r>
          </a:p>
          <a:p>
            <a:pPr>
              <a:defRPr sz="1200"/>
            </a:pPr>
            <a:r>
              <a:t>Bullet 4 body text row 1 on slide 23</a:t>
            </a:r>
          </a:p>
          <a:p>
            <a:pPr>
              <a:defRPr sz="1400"/>
            </a:pPr>
            <a:r>
              <a:t>Bullet 5 body text row 1 on slide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23</a:t>
            </a:r>
          </a:p>
          <a:p>
            <a:pPr>
              <a:defRPr sz="1400"/>
            </a:pPr>
            <a:r>
              <a:t>Bullet 2 body text row 2 on slide 23</a:t>
            </a:r>
          </a:p>
          <a:p>
            <a:pPr>
              <a:defRPr sz="1600"/>
            </a:pPr>
            <a:r>
              <a:t>Bullet 3 body text row 2 on slide 23</a:t>
            </a:r>
          </a:p>
          <a:p>
            <a:pPr>
              <a:defRPr sz="1200"/>
            </a:pPr>
            <a:r>
              <a:t>Bullet 4 body text row 2 on slide 23</a:t>
            </a:r>
          </a:p>
          <a:p>
            <a:pPr>
              <a:defRPr sz="1400"/>
            </a:pPr>
            <a:r>
              <a:t>Bullet 5 body text row 2 on 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23</a:t>
            </a:r>
          </a:p>
          <a:p>
            <a:pPr>
              <a:defRPr sz="1400"/>
            </a:pPr>
            <a:r>
              <a:t>Bullet 2 body text row 3 on slide 23</a:t>
            </a:r>
          </a:p>
          <a:p>
            <a:pPr>
              <a:defRPr sz="1600"/>
            </a:pPr>
            <a:r>
              <a:t>Bullet 3 body text row 3 on slide 23</a:t>
            </a:r>
          </a:p>
          <a:p>
            <a:pPr>
              <a:defRPr sz="1200"/>
            </a:pPr>
            <a:r>
              <a:t>Bullet 4 body text row 3 on slide 23</a:t>
            </a:r>
          </a:p>
          <a:p>
            <a:pPr>
              <a:defRPr sz="1400"/>
            </a:pPr>
            <a:r>
              <a:t>Bullet 5 body text row 3 on slide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23</a:t>
            </a:r>
          </a:p>
          <a:p>
            <a:pPr>
              <a:defRPr sz="1400"/>
            </a:pPr>
            <a:r>
              <a:t>Bullet 2 body text row 4 on slide 23</a:t>
            </a:r>
          </a:p>
          <a:p>
            <a:pPr>
              <a:defRPr sz="1600"/>
            </a:pPr>
            <a:r>
              <a:t>Bullet 3 body text row 4 on slide 23</a:t>
            </a:r>
          </a:p>
          <a:p>
            <a:pPr>
              <a:defRPr sz="1200"/>
            </a:pPr>
            <a:r>
              <a:t>Bullet 4 body text row 4 on slide 23</a:t>
            </a:r>
          </a:p>
          <a:p>
            <a:pPr>
              <a:defRPr sz="1400"/>
            </a:pPr>
            <a:r>
              <a:t>Bullet 5 body text row 4 on slide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23</a:t>
            </a:r>
          </a:p>
          <a:p>
            <a:pPr>
              <a:defRPr sz="1400"/>
            </a:pPr>
            <a:r>
              <a:t>Bullet 2 body text row 5 on slide 23</a:t>
            </a:r>
          </a:p>
          <a:p>
            <a:pPr>
              <a:defRPr sz="1600"/>
            </a:pPr>
            <a:r>
              <a:t>Bullet 3 body text row 5 on slide 23</a:t>
            </a:r>
          </a:p>
          <a:p>
            <a:pPr>
              <a:defRPr sz="1200"/>
            </a:pPr>
            <a:r>
              <a:t>Bullet 4 body text row 5 on slide 23</a:t>
            </a:r>
          </a:p>
          <a:p>
            <a:pPr>
              <a:defRPr sz="1400"/>
            </a:pPr>
            <a:r>
              <a:t>Bullet 5 body text row 5 on slide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23</a:t>
            </a:r>
          </a:p>
          <a:p>
            <a:pPr>
              <a:defRPr sz="1400"/>
            </a:pPr>
            <a:r>
              <a:t>Bullet 2 body text row 6 on slide 23</a:t>
            </a:r>
          </a:p>
          <a:p>
            <a:pPr>
              <a:defRPr sz="1600"/>
            </a:pPr>
            <a:r>
              <a:t>Bullet 3 body text row 6 on slide 23</a:t>
            </a:r>
          </a:p>
          <a:p>
            <a:pPr>
              <a:defRPr sz="1200"/>
            </a:pPr>
            <a:r>
              <a:t>Bullet 4 body text row 6 on slide 23</a:t>
            </a:r>
          </a:p>
          <a:p>
            <a:pPr>
              <a:defRPr sz="1400"/>
            </a:pPr>
            <a:r>
              <a:t>Bullet 5 body text row 6 on slide 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24</a:t>
            </a:r>
          </a:p>
          <a:p>
            <a:pPr>
              <a:defRPr sz="1400"/>
            </a:pPr>
            <a:r>
              <a:t>Bullet 2 body text row 1 on slide 24</a:t>
            </a:r>
          </a:p>
          <a:p>
            <a:pPr>
              <a:defRPr sz="1600"/>
            </a:pPr>
            <a:r>
              <a:t>Bullet 3 body text row 1 on slide 24</a:t>
            </a:r>
          </a:p>
          <a:p>
            <a:pPr>
              <a:defRPr sz="1200"/>
            </a:pPr>
            <a:r>
              <a:t>Bullet 4 body text row 1 on slide 24</a:t>
            </a:r>
          </a:p>
          <a:p>
            <a:pPr>
              <a:defRPr sz="1400"/>
            </a:pPr>
            <a:r>
              <a:t>Bullet 5 body text row 1 on slide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24</a:t>
            </a:r>
          </a:p>
          <a:p>
            <a:pPr>
              <a:defRPr sz="1400"/>
            </a:pPr>
            <a:r>
              <a:t>Bullet 2 body text row 2 on slide 24</a:t>
            </a:r>
          </a:p>
          <a:p>
            <a:pPr>
              <a:defRPr sz="1600"/>
            </a:pPr>
            <a:r>
              <a:t>Bullet 3 body text row 2 on slide 24</a:t>
            </a:r>
          </a:p>
          <a:p>
            <a:pPr>
              <a:defRPr sz="1200"/>
            </a:pPr>
            <a:r>
              <a:t>Bullet 4 body text row 2 on slide 24</a:t>
            </a:r>
          </a:p>
          <a:p>
            <a:pPr>
              <a:defRPr sz="1400"/>
            </a:pPr>
            <a:r>
              <a:t>Bullet 5 body text row 2 on slide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24</a:t>
            </a:r>
          </a:p>
          <a:p>
            <a:pPr>
              <a:defRPr sz="1400"/>
            </a:pPr>
            <a:r>
              <a:t>Bullet 2 body text row 3 on slide 24</a:t>
            </a:r>
          </a:p>
          <a:p>
            <a:pPr>
              <a:defRPr sz="1600"/>
            </a:pPr>
            <a:r>
              <a:t>Bullet 3 body text row 3 on slide 24</a:t>
            </a:r>
          </a:p>
          <a:p>
            <a:pPr>
              <a:defRPr sz="1200"/>
            </a:pPr>
            <a:r>
              <a:t>Bullet 4 body text row 3 on slide 24</a:t>
            </a:r>
          </a:p>
          <a:p>
            <a:pPr>
              <a:defRPr sz="1400"/>
            </a:pPr>
            <a:r>
              <a:t>Bullet 5 body text row 3 on slide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24</a:t>
            </a:r>
          </a:p>
          <a:p>
            <a:pPr>
              <a:defRPr sz="1400"/>
            </a:pPr>
            <a:r>
              <a:t>Bullet 2 body text row 4 on slide 24</a:t>
            </a:r>
          </a:p>
          <a:p>
            <a:pPr>
              <a:defRPr sz="1600"/>
            </a:pPr>
            <a:r>
              <a:t>Bullet 3 body text row 4 on slide 24</a:t>
            </a:r>
          </a:p>
          <a:p>
            <a:pPr>
              <a:defRPr sz="1200"/>
            </a:pPr>
            <a:r>
              <a:t>Bullet 4 body text row 4 on slide 24</a:t>
            </a:r>
          </a:p>
          <a:p>
            <a:pPr>
              <a:defRPr sz="1400"/>
            </a:pPr>
            <a:r>
              <a:t>Bullet 5 body text row 4 on slide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24</a:t>
            </a:r>
          </a:p>
          <a:p>
            <a:pPr>
              <a:defRPr sz="1400"/>
            </a:pPr>
            <a:r>
              <a:t>Bullet 2 body text row 5 on slide 24</a:t>
            </a:r>
          </a:p>
          <a:p>
            <a:pPr>
              <a:defRPr sz="1600"/>
            </a:pPr>
            <a:r>
              <a:t>Bullet 3 body text row 5 on slide 24</a:t>
            </a:r>
          </a:p>
          <a:p>
            <a:pPr>
              <a:defRPr sz="1200"/>
            </a:pPr>
            <a:r>
              <a:t>Bullet 4 body text row 5 on slide 24</a:t>
            </a:r>
          </a:p>
          <a:p>
            <a:pPr>
              <a:defRPr sz="1400"/>
            </a:pPr>
            <a:r>
              <a:t>Bullet 5 body text row 5 on slide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24</a:t>
            </a:r>
          </a:p>
          <a:p>
            <a:pPr>
              <a:defRPr sz="1400"/>
            </a:pPr>
            <a:r>
              <a:t>Bullet 2 body text row 6 on slide 24</a:t>
            </a:r>
          </a:p>
          <a:p>
            <a:pPr>
              <a:defRPr sz="1600"/>
            </a:pPr>
            <a:r>
              <a:t>Bullet 3 body text row 6 on slide 24</a:t>
            </a:r>
          </a:p>
          <a:p>
            <a:pPr>
              <a:defRPr sz="1200"/>
            </a:pPr>
            <a:r>
              <a:t>Bullet 4 body text row 6 on slide 24</a:t>
            </a:r>
          </a:p>
          <a:p>
            <a:pPr>
              <a:defRPr sz="1400"/>
            </a:pPr>
            <a:r>
              <a:t>Bullet 5 body text row 6 on slide 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25</a:t>
            </a:r>
          </a:p>
          <a:p>
            <a:pPr>
              <a:defRPr sz="1400"/>
            </a:pPr>
            <a:r>
              <a:t>Bullet 2 body text row 1 on slide 25</a:t>
            </a:r>
          </a:p>
          <a:p>
            <a:pPr>
              <a:defRPr sz="1600"/>
            </a:pPr>
            <a:r>
              <a:t>Bullet 3 body text row 1 on slide 25</a:t>
            </a:r>
          </a:p>
          <a:p>
            <a:pPr>
              <a:defRPr sz="1200"/>
            </a:pPr>
            <a:r>
              <a:t>Bullet 4 body text row 1 on slide 25</a:t>
            </a:r>
          </a:p>
          <a:p>
            <a:pPr>
              <a:defRPr sz="1400"/>
            </a:pPr>
            <a:r>
              <a:t>Bullet 5 body text row 1 on slide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25</a:t>
            </a:r>
          </a:p>
          <a:p>
            <a:pPr>
              <a:defRPr sz="1400"/>
            </a:pPr>
            <a:r>
              <a:t>Bullet 2 body text row 2 on slide 25</a:t>
            </a:r>
          </a:p>
          <a:p>
            <a:pPr>
              <a:defRPr sz="1600"/>
            </a:pPr>
            <a:r>
              <a:t>Bullet 3 body text row 2 on slide 25</a:t>
            </a:r>
          </a:p>
          <a:p>
            <a:pPr>
              <a:defRPr sz="1200"/>
            </a:pPr>
            <a:r>
              <a:t>Bullet 4 body text row 2 on slide 25</a:t>
            </a:r>
          </a:p>
          <a:p>
            <a:pPr>
              <a:defRPr sz="1400"/>
            </a:pPr>
            <a:r>
              <a:t>Bullet 5 body text row 2 on slide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25</a:t>
            </a:r>
          </a:p>
          <a:p>
            <a:pPr>
              <a:defRPr sz="1400"/>
            </a:pPr>
            <a:r>
              <a:t>Bullet 2 body text row 3 on slide 25</a:t>
            </a:r>
          </a:p>
          <a:p>
            <a:pPr>
              <a:defRPr sz="1600"/>
            </a:pPr>
            <a:r>
              <a:t>Bullet 3 body text row 3 on slide 25</a:t>
            </a:r>
          </a:p>
          <a:p>
            <a:pPr>
              <a:defRPr sz="1200"/>
            </a:pPr>
            <a:r>
              <a:t>Bullet 4 body text row 3 on slide 25</a:t>
            </a:r>
          </a:p>
          <a:p>
            <a:pPr>
              <a:defRPr sz="1400"/>
            </a:pPr>
            <a:r>
              <a:t>Bullet 5 body text row 3 on slide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25</a:t>
            </a:r>
          </a:p>
          <a:p>
            <a:pPr>
              <a:defRPr sz="1400"/>
            </a:pPr>
            <a:r>
              <a:t>Bullet 2 body text row 4 on slide 25</a:t>
            </a:r>
          </a:p>
          <a:p>
            <a:pPr>
              <a:defRPr sz="1600"/>
            </a:pPr>
            <a:r>
              <a:t>Bullet 3 body text row 4 on slide 25</a:t>
            </a:r>
          </a:p>
          <a:p>
            <a:pPr>
              <a:defRPr sz="1200"/>
            </a:pPr>
            <a:r>
              <a:t>Bullet 4 body text row 4 on slide 25</a:t>
            </a:r>
          </a:p>
          <a:p>
            <a:pPr>
              <a:defRPr sz="1400"/>
            </a:pPr>
            <a:r>
              <a:t>Bullet 5 body text row 4 on slide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25</a:t>
            </a:r>
          </a:p>
          <a:p>
            <a:pPr>
              <a:defRPr sz="1400"/>
            </a:pPr>
            <a:r>
              <a:t>Bullet 2 body text row 5 on slide 25</a:t>
            </a:r>
          </a:p>
          <a:p>
            <a:pPr>
              <a:defRPr sz="1600"/>
            </a:pPr>
            <a:r>
              <a:t>Bullet 3 body text row 5 on slide 25</a:t>
            </a:r>
          </a:p>
          <a:p>
            <a:pPr>
              <a:defRPr sz="1200"/>
            </a:pPr>
            <a:r>
              <a:t>Bullet 4 body text row 5 on slide 25</a:t>
            </a:r>
          </a:p>
          <a:p>
            <a:pPr>
              <a:defRPr sz="1400"/>
            </a:pPr>
            <a:r>
              <a:t>Bullet 5 body text row 5 on slide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25</a:t>
            </a:r>
          </a:p>
          <a:p>
            <a:pPr>
              <a:defRPr sz="1400"/>
            </a:pPr>
            <a:r>
              <a:t>Bullet 2 body text row 6 on slide 25</a:t>
            </a:r>
          </a:p>
          <a:p>
            <a:pPr>
              <a:defRPr sz="1600"/>
            </a:pPr>
            <a:r>
              <a:t>Bullet 3 body text row 6 on slide 25</a:t>
            </a:r>
          </a:p>
          <a:p>
            <a:pPr>
              <a:defRPr sz="1200"/>
            </a:pPr>
            <a:r>
              <a:t>Bullet 4 body text row 6 on slide 25</a:t>
            </a:r>
          </a:p>
          <a:p>
            <a:pPr>
              <a:defRPr sz="1400"/>
            </a:pPr>
            <a:r>
              <a:t>Bullet 5 body text row 6 on slide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26</a:t>
            </a:r>
          </a:p>
          <a:p>
            <a:pPr>
              <a:defRPr sz="1400"/>
            </a:pPr>
            <a:r>
              <a:t>Bullet 2 body text row 1 on slide 26</a:t>
            </a:r>
          </a:p>
          <a:p>
            <a:pPr>
              <a:defRPr sz="1600"/>
            </a:pPr>
            <a:r>
              <a:t>Bullet 3 body text row 1 on slide 26</a:t>
            </a:r>
          </a:p>
          <a:p>
            <a:pPr>
              <a:defRPr sz="1200"/>
            </a:pPr>
            <a:r>
              <a:t>Bullet 4 body text row 1 on slide 26</a:t>
            </a:r>
          </a:p>
          <a:p>
            <a:pPr>
              <a:defRPr sz="1400"/>
            </a:pPr>
            <a:r>
              <a:t>Bullet 5 body text row 1 on slide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26</a:t>
            </a:r>
          </a:p>
          <a:p>
            <a:pPr>
              <a:defRPr sz="1400"/>
            </a:pPr>
            <a:r>
              <a:t>Bullet 2 body text row 2 on slide 26</a:t>
            </a:r>
          </a:p>
          <a:p>
            <a:pPr>
              <a:defRPr sz="1600"/>
            </a:pPr>
            <a:r>
              <a:t>Bullet 3 body text row 2 on slide 26</a:t>
            </a:r>
          </a:p>
          <a:p>
            <a:pPr>
              <a:defRPr sz="1200"/>
            </a:pPr>
            <a:r>
              <a:t>Bullet 4 body text row 2 on slide 26</a:t>
            </a:r>
          </a:p>
          <a:p>
            <a:pPr>
              <a:defRPr sz="1400"/>
            </a:pPr>
            <a:r>
              <a:t>Bullet 5 body text row 2 on slide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26</a:t>
            </a:r>
          </a:p>
          <a:p>
            <a:pPr>
              <a:defRPr sz="1400"/>
            </a:pPr>
            <a:r>
              <a:t>Bullet 2 body text row 3 on slide 26</a:t>
            </a:r>
          </a:p>
          <a:p>
            <a:pPr>
              <a:defRPr sz="1600"/>
            </a:pPr>
            <a:r>
              <a:t>Bullet 3 body text row 3 on slide 26</a:t>
            </a:r>
          </a:p>
          <a:p>
            <a:pPr>
              <a:defRPr sz="1200"/>
            </a:pPr>
            <a:r>
              <a:t>Bullet 4 body text row 3 on slide 26</a:t>
            </a:r>
          </a:p>
          <a:p>
            <a:pPr>
              <a:defRPr sz="1400"/>
            </a:pPr>
            <a:r>
              <a:t>Bullet 5 body text row 3 on slide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26</a:t>
            </a:r>
          </a:p>
          <a:p>
            <a:pPr>
              <a:defRPr sz="1400"/>
            </a:pPr>
            <a:r>
              <a:t>Bullet 2 body text row 4 on slide 26</a:t>
            </a:r>
          </a:p>
          <a:p>
            <a:pPr>
              <a:defRPr sz="1600"/>
            </a:pPr>
            <a:r>
              <a:t>Bullet 3 body text row 4 on slide 26</a:t>
            </a:r>
          </a:p>
          <a:p>
            <a:pPr>
              <a:defRPr sz="1200"/>
            </a:pPr>
            <a:r>
              <a:t>Bullet 4 body text row 4 on slide 26</a:t>
            </a:r>
          </a:p>
          <a:p>
            <a:pPr>
              <a:defRPr sz="1400"/>
            </a:pPr>
            <a:r>
              <a:t>Bullet 5 body text row 4 on slide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26</a:t>
            </a:r>
          </a:p>
          <a:p>
            <a:pPr>
              <a:defRPr sz="1400"/>
            </a:pPr>
            <a:r>
              <a:t>Bullet 2 body text row 5 on slide 26</a:t>
            </a:r>
          </a:p>
          <a:p>
            <a:pPr>
              <a:defRPr sz="1600"/>
            </a:pPr>
            <a:r>
              <a:t>Bullet 3 body text row 5 on slide 26</a:t>
            </a:r>
          </a:p>
          <a:p>
            <a:pPr>
              <a:defRPr sz="1200"/>
            </a:pPr>
            <a:r>
              <a:t>Bullet 4 body text row 5 on slide 26</a:t>
            </a:r>
          </a:p>
          <a:p>
            <a:pPr>
              <a:defRPr sz="1400"/>
            </a:pPr>
            <a:r>
              <a:t>Bullet 5 body text row 5 on slide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26</a:t>
            </a:r>
          </a:p>
          <a:p>
            <a:pPr>
              <a:defRPr sz="1400"/>
            </a:pPr>
            <a:r>
              <a:t>Bullet 2 body text row 6 on slide 26</a:t>
            </a:r>
          </a:p>
          <a:p>
            <a:pPr>
              <a:defRPr sz="1600"/>
            </a:pPr>
            <a:r>
              <a:t>Bullet 3 body text row 6 on slide 26</a:t>
            </a:r>
          </a:p>
          <a:p>
            <a:pPr>
              <a:defRPr sz="1200"/>
            </a:pPr>
            <a:r>
              <a:t>Bullet 4 body text row 6 on slide 26</a:t>
            </a:r>
          </a:p>
          <a:p>
            <a:pPr>
              <a:defRPr sz="1400"/>
            </a:pPr>
            <a:r>
              <a:t>Bullet 5 body text row 6 on slide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27</a:t>
            </a:r>
          </a:p>
          <a:p>
            <a:pPr>
              <a:defRPr sz="1400"/>
            </a:pPr>
            <a:r>
              <a:t>Bullet 2 body text row 1 on slide 27</a:t>
            </a:r>
          </a:p>
          <a:p>
            <a:pPr>
              <a:defRPr sz="1600"/>
            </a:pPr>
            <a:r>
              <a:t>Bullet 3 body text row 1 on slide 27</a:t>
            </a:r>
          </a:p>
          <a:p>
            <a:pPr>
              <a:defRPr sz="1200"/>
            </a:pPr>
            <a:r>
              <a:t>Bullet 4 body text row 1 on slide 27</a:t>
            </a:r>
          </a:p>
          <a:p>
            <a:pPr>
              <a:defRPr sz="1400"/>
            </a:pPr>
            <a:r>
              <a:t>Bullet 5 body text row 1 on slide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27</a:t>
            </a:r>
          </a:p>
          <a:p>
            <a:pPr>
              <a:defRPr sz="1400"/>
            </a:pPr>
            <a:r>
              <a:t>Bullet 2 body text row 2 on slide 27</a:t>
            </a:r>
          </a:p>
          <a:p>
            <a:pPr>
              <a:defRPr sz="1600"/>
            </a:pPr>
            <a:r>
              <a:t>Bullet 3 body text row 2 on slide 27</a:t>
            </a:r>
          </a:p>
          <a:p>
            <a:pPr>
              <a:defRPr sz="1200"/>
            </a:pPr>
            <a:r>
              <a:t>Bullet 4 body text row 2 on slide 27</a:t>
            </a:r>
          </a:p>
          <a:p>
            <a:pPr>
              <a:defRPr sz="1400"/>
            </a:pPr>
            <a:r>
              <a:t>Bullet 5 body text row 2 on slide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27</a:t>
            </a:r>
          </a:p>
          <a:p>
            <a:pPr>
              <a:defRPr sz="1400"/>
            </a:pPr>
            <a:r>
              <a:t>Bullet 2 body text row 3 on slide 27</a:t>
            </a:r>
          </a:p>
          <a:p>
            <a:pPr>
              <a:defRPr sz="1600"/>
            </a:pPr>
            <a:r>
              <a:t>Bullet 3 body text row 3 on slide 27</a:t>
            </a:r>
          </a:p>
          <a:p>
            <a:pPr>
              <a:defRPr sz="1200"/>
            </a:pPr>
            <a:r>
              <a:t>Bullet 4 body text row 3 on slide 27</a:t>
            </a:r>
          </a:p>
          <a:p>
            <a:pPr>
              <a:defRPr sz="1400"/>
            </a:pPr>
            <a:r>
              <a:t>Bullet 5 body text row 3 on slide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27</a:t>
            </a:r>
          </a:p>
          <a:p>
            <a:pPr>
              <a:defRPr sz="1400"/>
            </a:pPr>
            <a:r>
              <a:t>Bullet 2 body text row 4 on slide 27</a:t>
            </a:r>
          </a:p>
          <a:p>
            <a:pPr>
              <a:defRPr sz="1600"/>
            </a:pPr>
            <a:r>
              <a:t>Bullet 3 body text row 4 on slide 27</a:t>
            </a:r>
          </a:p>
          <a:p>
            <a:pPr>
              <a:defRPr sz="1200"/>
            </a:pPr>
            <a:r>
              <a:t>Bullet 4 body text row 4 on slide 27</a:t>
            </a:r>
          </a:p>
          <a:p>
            <a:pPr>
              <a:defRPr sz="1400"/>
            </a:pPr>
            <a:r>
              <a:t>Bullet 5 body text row 4 on slide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27</a:t>
            </a:r>
          </a:p>
          <a:p>
            <a:pPr>
              <a:defRPr sz="1400"/>
            </a:pPr>
            <a:r>
              <a:t>Bullet 2 body text row 5 on slide 27</a:t>
            </a:r>
          </a:p>
          <a:p>
            <a:pPr>
              <a:defRPr sz="1600"/>
            </a:pPr>
            <a:r>
              <a:t>Bullet 3 body text row 5 on slide 27</a:t>
            </a:r>
          </a:p>
          <a:p>
            <a:pPr>
              <a:defRPr sz="1200"/>
            </a:pPr>
            <a:r>
              <a:t>Bullet 4 body text row 5 on slide 27</a:t>
            </a:r>
          </a:p>
          <a:p>
            <a:pPr>
              <a:defRPr sz="1400"/>
            </a:pPr>
            <a:r>
              <a:t>Bullet 5 body text row 5 on slide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27</a:t>
            </a:r>
          </a:p>
          <a:p>
            <a:pPr>
              <a:defRPr sz="1400"/>
            </a:pPr>
            <a:r>
              <a:t>Bullet 2 body text row 6 on slide 27</a:t>
            </a:r>
          </a:p>
          <a:p>
            <a:pPr>
              <a:defRPr sz="1600"/>
            </a:pPr>
            <a:r>
              <a:t>Bullet 3 body text row 6 on slide 27</a:t>
            </a:r>
          </a:p>
          <a:p>
            <a:pPr>
              <a:defRPr sz="1200"/>
            </a:pPr>
            <a:r>
              <a:t>Bullet 4 body text row 6 on slide 27</a:t>
            </a:r>
          </a:p>
          <a:p>
            <a:pPr>
              <a:defRPr sz="1400"/>
            </a:pPr>
            <a:r>
              <a:t>Bullet 5 body text row 6 on slide 27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28: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28</a:t>
            </a:r>
          </a:p>
          <a:p>
            <a:pPr>
              <a:defRPr sz="1400"/>
            </a:pPr>
            <a:r>
              <a:t>Bullet 2 body text row 1 on slide 28</a:t>
            </a:r>
          </a:p>
          <a:p>
            <a:pPr>
              <a:defRPr sz="1600"/>
            </a:pPr>
            <a:r>
              <a:t>Bullet 3 body text row 1 on slide 28</a:t>
            </a:r>
          </a:p>
          <a:p>
            <a:pPr>
              <a:defRPr sz="1200"/>
            </a:pPr>
            <a:r>
              <a:t>Bullet 4 body text row 1 on slide 28</a:t>
            </a:r>
          </a:p>
          <a:p>
            <a:pPr>
              <a:defRPr sz="1400"/>
            </a:pPr>
            <a:r>
              <a:t>Bullet 5 body text row 1 on slide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28</a:t>
            </a:r>
          </a:p>
          <a:p>
            <a:pPr>
              <a:defRPr sz="1400"/>
            </a:pPr>
            <a:r>
              <a:t>Bullet 2 body text row 2 on slide 28</a:t>
            </a:r>
          </a:p>
          <a:p>
            <a:pPr>
              <a:defRPr sz="1600"/>
            </a:pPr>
            <a:r>
              <a:t>Bullet 3 body text row 2 on slide 28</a:t>
            </a:r>
          </a:p>
          <a:p>
            <a:pPr>
              <a:defRPr sz="1200"/>
            </a:pPr>
            <a:r>
              <a:t>Bullet 4 body text row 2 on slide 28</a:t>
            </a:r>
          </a:p>
          <a:p>
            <a:pPr>
              <a:defRPr sz="1400"/>
            </a:pPr>
            <a:r>
              <a:t>Bullet 5 body text row 2 on slide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28</a:t>
            </a:r>
          </a:p>
          <a:p>
            <a:pPr>
              <a:defRPr sz="1400"/>
            </a:pPr>
            <a:r>
              <a:t>Bullet 2 body text row 3 on slide 28</a:t>
            </a:r>
          </a:p>
          <a:p>
            <a:pPr>
              <a:defRPr sz="1600"/>
            </a:pPr>
            <a:r>
              <a:t>Bullet 3 body text row 3 on slide 28</a:t>
            </a:r>
          </a:p>
          <a:p>
            <a:pPr>
              <a:defRPr sz="1200"/>
            </a:pPr>
            <a:r>
              <a:t>Bullet 4 body text row 3 on slide 28</a:t>
            </a:r>
          </a:p>
          <a:p>
            <a:pPr>
              <a:defRPr sz="1400"/>
            </a:pPr>
            <a:r>
              <a:t>Bullet 5 body text row 3 on slide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28</a:t>
            </a:r>
          </a:p>
          <a:p>
            <a:pPr>
              <a:defRPr sz="1400"/>
            </a:pPr>
            <a:r>
              <a:t>Bullet 2 body text row 4 on slide 28</a:t>
            </a:r>
          </a:p>
          <a:p>
            <a:pPr>
              <a:defRPr sz="1600"/>
            </a:pPr>
            <a:r>
              <a:t>Bullet 3 body text row 4 on slide 28</a:t>
            </a:r>
          </a:p>
          <a:p>
            <a:pPr>
              <a:defRPr sz="1200"/>
            </a:pPr>
            <a:r>
              <a:t>Bullet 4 body text row 4 on slide 28</a:t>
            </a:r>
          </a:p>
          <a:p>
            <a:pPr>
              <a:defRPr sz="1400"/>
            </a:pPr>
            <a:r>
              <a:t>Bullet 5 body text row 4 on slide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28</a:t>
            </a:r>
          </a:p>
          <a:p>
            <a:pPr>
              <a:defRPr sz="1400"/>
            </a:pPr>
            <a:r>
              <a:t>Bullet 2 body text row 5 on slide 28</a:t>
            </a:r>
          </a:p>
          <a:p>
            <a:pPr>
              <a:defRPr sz="1600"/>
            </a:pPr>
            <a:r>
              <a:t>Bullet 3 body text row 5 on slide 28</a:t>
            </a:r>
          </a:p>
          <a:p>
            <a:pPr>
              <a:defRPr sz="1200"/>
            </a:pPr>
            <a:r>
              <a:t>Bullet 4 body text row 5 on slide 28</a:t>
            </a:r>
          </a:p>
          <a:p>
            <a:pPr>
              <a:defRPr sz="1400"/>
            </a:pPr>
            <a:r>
              <a:t>Bullet 5 body text row 5 on slide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28</a:t>
            </a:r>
          </a:p>
          <a:p>
            <a:pPr>
              <a:defRPr sz="1400"/>
            </a:pPr>
            <a:r>
              <a:t>Bullet 2 body text row 6 on slide 28</a:t>
            </a:r>
          </a:p>
          <a:p>
            <a:pPr>
              <a:defRPr sz="1600"/>
            </a:pPr>
            <a:r>
              <a:t>Bullet 3 body text row 6 on slide 28</a:t>
            </a:r>
          </a:p>
          <a:p>
            <a:pPr>
              <a:defRPr sz="1200"/>
            </a:pPr>
            <a:r>
              <a:t>Bullet 4 body text row 6 on slide 28</a:t>
            </a:r>
          </a:p>
          <a:p>
            <a:pPr>
              <a:defRPr sz="1400"/>
            </a:pPr>
            <a:r>
              <a:t>Bullet 5 body text row 6 on slide 28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29: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29</a:t>
            </a:r>
          </a:p>
          <a:p>
            <a:pPr>
              <a:defRPr sz="1400"/>
            </a:pPr>
            <a:r>
              <a:t>Bullet 2 body text row 1 on slide 29</a:t>
            </a:r>
          </a:p>
          <a:p>
            <a:pPr>
              <a:defRPr sz="1600"/>
            </a:pPr>
            <a:r>
              <a:t>Bullet 3 body text row 1 on slide 29</a:t>
            </a:r>
          </a:p>
          <a:p>
            <a:pPr>
              <a:defRPr sz="1200"/>
            </a:pPr>
            <a:r>
              <a:t>Bullet 4 body text row 1 on slide 29</a:t>
            </a:r>
          </a:p>
          <a:p>
            <a:pPr>
              <a:defRPr sz="1400"/>
            </a:pPr>
            <a:r>
              <a:t>Bullet 5 body text row 1 on slide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29</a:t>
            </a:r>
          </a:p>
          <a:p>
            <a:pPr>
              <a:defRPr sz="1400"/>
            </a:pPr>
            <a:r>
              <a:t>Bullet 2 body text row 2 on slide 29</a:t>
            </a:r>
          </a:p>
          <a:p>
            <a:pPr>
              <a:defRPr sz="1600"/>
            </a:pPr>
            <a:r>
              <a:t>Bullet 3 body text row 2 on slide 29</a:t>
            </a:r>
          </a:p>
          <a:p>
            <a:pPr>
              <a:defRPr sz="1200"/>
            </a:pPr>
            <a:r>
              <a:t>Bullet 4 body text row 2 on slide 29</a:t>
            </a:r>
          </a:p>
          <a:p>
            <a:pPr>
              <a:defRPr sz="1400"/>
            </a:pPr>
            <a:r>
              <a:t>Bullet 5 body text row 2 on slide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29</a:t>
            </a:r>
          </a:p>
          <a:p>
            <a:pPr>
              <a:defRPr sz="1400"/>
            </a:pPr>
            <a:r>
              <a:t>Bullet 2 body text row 3 on slide 29</a:t>
            </a:r>
          </a:p>
          <a:p>
            <a:pPr>
              <a:defRPr sz="1600"/>
            </a:pPr>
            <a:r>
              <a:t>Bullet 3 body text row 3 on slide 29</a:t>
            </a:r>
          </a:p>
          <a:p>
            <a:pPr>
              <a:defRPr sz="1200"/>
            </a:pPr>
            <a:r>
              <a:t>Bullet 4 body text row 3 on slide 29</a:t>
            </a:r>
          </a:p>
          <a:p>
            <a:pPr>
              <a:defRPr sz="1400"/>
            </a:pPr>
            <a:r>
              <a:t>Bullet 5 body text row 3 on slide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29</a:t>
            </a:r>
          </a:p>
          <a:p>
            <a:pPr>
              <a:defRPr sz="1400"/>
            </a:pPr>
            <a:r>
              <a:t>Bullet 2 body text row 4 on slide 29</a:t>
            </a:r>
          </a:p>
          <a:p>
            <a:pPr>
              <a:defRPr sz="1600"/>
            </a:pPr>
            <a:r>
              <a:t>Bullet 3 body text row 4 on slide 29</a:t>
            </a:r>
          </a:p>
          <a:p>
            <a:pPr>
              <a:defRPr sz="1200"/>
            </a:pPr>
            <a:r>
              <a:t>Bullet 4 body text row 4 on slide 29</a:t>
            </a:r>
          </a:p>
          <a:p>
            <a:pPr>
              <a:defRPr sz="1400"/>
            </a:pPr>
            <a:r>
              <a:t>Bullet 5 body text row 4 on slide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29</a:t>
            </a:r>
          </a:p>
          <a:p>
            <a:pPr>
              <a:defRPr sz="1400"/>
            </a:pPr>
            <a:r>
              <a:t>Bullet 2 body text row 5 on slide 29</a:t>
            </a:r>
          </a:p>
          <a:p>
            <a:pPr>
              <a:defRPr sz="1600"/>
            </a:pPr>
            <a:r>
              <a:t>Bullet 3 body text row 5 on slide 29</a:t>
            </a:r>
          </a:p>
          <a:p>
            <a:pPr>
              <a:defRPr sz="1200"/>
            </a:pPr>
            <a:r>
              <a:t>Bullet 4 body text row 5 on slide 29</a:t>
            </a:r>
          </a:p>
          <a:p>
            <a:pPr>
              <a:defRPr sz="1400"/>
            </a:pPr>
            <a:r>
              <a:t>Bullet 5 body text row 5 on slide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29</a:t>
            </a:r>
          </a:p>
          <a:p>
            <a:pPr>
              <a:defRPr sz="1400"/>
            </a:pPr>
            <a:r>
              <a:t>Bullet 2 body text row 6 on slide 29</a:t>
            </a:r>
          </a:p>
          <a:p>
            <a:pPr>
              <a:defRPr sz="1600"/>
            </a:pPr>
            <a:r>
              <a:t>Bullet 3 body text row 6 on slide 29</a:t>
            </a:r>
          </a:p>
          <a:p>
            <a:pPr>
              <a:defRPr sz="1200"/>
            </a:pPr>
            <a:r>
              <a:t>Bullet 4 body text row 6 on slide 29</a:t>
            </a:r>
          </a:p>
          <a:p>
            <a:pPr>
              <a:defRPr sz="1400"/>
            </a:pPr>
            <a:r>
              <a:t>Bullet 5 body text row 6 on slide 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30: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30</a:t>
            </a:r>
          </a:p>
          <a:p>
            <a:pPr>
              <a:defRPr sz="1400"/>
            </a:pPr>
            <a:r>
              <a:t>Bullet 2 body text row 1 on slide 30</a:t>
            </a:r>
          </a:p>
          <a:p>
            <a:pPr>
              <a:defRPr sz="1600"/>
            </a:pPr>
            <a:r>
              <a:t>Bullet 3 body text row 1 on slide 30</a:t>
            </a:r>
          </a:p>
          <a:p>
            <a:pPr>
              <a:defRPr sz="1200"/>
            </a:pPr>
            <a:r>
              <a:t>Bullet 4 body text row 1 on slide 30</a:t>
            </a:r>
          </a:p>
          <a:p>
            <a:pPr>
              <a:defRPr sz="1400"/>
            </a:pPr>
            <a:r>
              <a:t>Bullet 5 body text row 1 on slide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30</a:t>
            </a:r>
          </a:p>
          <a:p>
            <a:pPr>
              <a:defRPr sz="1400"/>
            </a:pPr>
            <a:r>
              <a:t>Bullet 2 body text row 2 on slide 30</a:t>
            </a:r>
          </a:p>
          <a:p>
            <a:pPr>
              <a:defRPr sz="1600"/>
            </a:pPr>
            <a:r>
              <a:t>Bullet 3 body text row 2 on slide 30</a:t>
            </a:r>
          </a:p>
          <a:p>
            <a:pPr>
              <a:defRPr sz="1200"/>
            </a:pPr>
            <a:r>
              <a:t>Bullet 4 body text row 2 on slide 30</a:t>
            </a:r>
          </a:p>
          <a:p>
            <a:pPr>
              <a:defRPr sz="1400"/>
            </a:pPr>
            <a:r>
              <a:t>Bullet 5 body text row 2 on slide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30</a:t>
            </a:r>
          </a:p>
          <a:p>
            <a:pPr>
              <a:defRPr sz="1400"/>
            </a:pPr>
            <a:r>
              <a:t>Bullet 2 body text row 3 on slide 30</a:t>
            </a:r>
          </a:p>
          <a:p>
            <a:pPr>
              <a:defRPr sz="1600"/>
            </a:pPr>
            <a:r>
              <a:t>Bullet 3 body text row 3 on slide 30</a:t>
            </a:r>
          </a:p>
          <a:p>
            <a:pPr>
              <a:defRPr sz="1200"/>
            </a:pPr>
            <a:r>
              <a:t>Bullet 4 body text row 3 on slide 30</a:t>
            </a:r>
          </a:p>
          <a:p>
            <a:pPr>
              <a:defRPr sz="1400"/>
            </a:pPr>
            <a:r>
              <a:t>Bullet 5 body text row 3 on slide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30</a:t>
            </a:r>
          </a:p>
          <a:p>
            <a:pPr>
              <a:defRPr sz="1400"/>
            </a:pPr>
            <a:r>
              <a:t>Bullet 2 body text row 4 on slide 30</a:t>
            </a:r>
          </a:p>
          <a:p>
            <a:pPr>
              <a:defRPr sz="1600"/>
            </a:pPr>
            <a:r>
              <a:t>Bullet 3 body text row 4 on slide 30</a:t>
            </a:r>
          </a:p>
          <a:p>
            <a:pPr>
              <a:defRPr sz="1200"/>
            </a:pPr>
            <a:r>
              <a:t>Bullet 4 body text row 4 on slide 30</a:t>
            </a:r>
          </a:p>
          <a:p>
            <a:pPr>
              <a:defRPr sz="1400"/>
            </a:pPr>
            <a:r>
              <a:t>Bullet 5 body text row 4 on slide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30</a:t>
            </a:r>
          </a:p>
          <a:p>
            <a:pPr>
              <a:defRPr sz="1400"/>
            </a:pPr>
            <a:r>
              <a:t>Bullet 2 body text row 5 on slide 30</a:t>
            </a:r>
          </a:p>
          <a:p>
            <a:pPr>
              <a:defRPr sz="1600"/>
            </a:pPr>
            <a:r>
              <a:t>Bullet 3 body text row 5 on slide 30</a:t>
            </a:r>
          </a:p>
          <a:p>
            <a:pPr>
              <a:defRPr sz="1200"/>
            </a:pPr>
            <a:r>
              <a:t>Bullet 4 body text row 5 on slide 30</a:t>
            </a:r>
          </a:p>
          <a:p>
            <a:pPr>
              <a:defRPr sz="1400"/>
            </a:pPr>
            <a:r>
              <a:t>Bullet 5 body text row 5 on slide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30</a:t>
            </a:r>
          </a:p>
          <a:p>
            <a:pPr>
              <a:defRPr sz="1400"/>
            </a:pPr>
            <a:r>
              <a:t>Bullet 2 body text row 6 on slide 30</a:t>
            </a:r>
          </a:p>
          <a:p>
            <a:pPr>
              <a:defRPr sz="1600"/>
            </a:pPr>
            <a:r>
              <a:t>Bullet 3 body text row 6 on slide 30</a:t>
            </a:r>
          </a:p>
          <a:p>
            <a:pPr>
              <a:defRPr sz="1200"/>
            </a:pPr>
            <a:r>
              <a:t>Bullet 4 body text row 6 on slide 30</a:t>
            </a:r>
          </a:p>
          <a:p>
            <a:pPr>
              <a:defRPr sz="1400"/>
            </a:pPr>
            <a:r>
              <a:t>Bullet 5 body text row 6 on slide 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31: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31</a:t>
            </a:r>
          </a:p>
          <a:p>
            <a:pPr>
              <a:defRPr sz="1400"/>
            </a:pPr>
            <a:r>
              <a:t>Bullet 2 body text row 1 on slide 31</a:t>
            </a:r>
          </a:p>
          <a:p>
            <a:pPr>
              <a:defRPr sz="1600"/>
            </a:pPr>
            <a:r>
              <a:t>Bullet 3 body text row 1 on slide 31</a:t>
            </a:r>
          </a:p>
          <a:p>
            <a:pPr>
              <a:defRPr sz="1200"/>
            </a:pPr>
            <a:r>
              <a:t>Bullet 4 body text row 1 on slide 31</a:t>
            </a:r>
          </a:p>
          <a:p>
            <a:pPr>
              <a:defRPr sz="1400"/>
            </a:pPr>
            <a:r>
              <a:t>Bullet 5 body text row 1 on slide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31</a:t>
            </a:r>
          </a:p>
          <a:p>
            <a:pPr>
              <a:defRPr sz="1400"/>
            </a:pPr>
            <a:r>
              <a:t>Bullet 2 body text row 2 on slide 31</a:t>
            </a:r>
          </a:p>
          <a:p>
            <a:pPr>
              <a:defRPr sz="1600"/>
            </a:pPr>
            <a:r>
              <a:t>Bullet 3 body text row 2 on slide 31</a:t>
            </a:r>
          </a:p>
          <a:p>
            <a:pPr>
              <a:defRPr sz="1200"/>
            </a:pPr>
            <a:r>
              <a:t>Bullet 4 body text row 2 on slide 31</a:t>
            </a:r>
          </a:p>
          <a:p>
            <a:pPr>
              <a:defRPr sz="1400"/>
            </a:pPr>
            <a:r>
              <a:t>Bullet 5 body text row 2 on slide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31</a:t>
            </a:r>
          </a:p>
          <a:p>
            <a:pPr>
              <a:defRPr sz="1400"/>
            </a:pPr>
            <a:r>
              <a:t>Bullet 2 body text row 3 on slide 31</a:t>
            </a:r>
          </a:p>
          <a:p>
            <a:pPr>
              <a:defRPr sz="1600"/>
            </a:pPr>
            <a:r>
              <a:t>Bullet 3 body text row 3 on slide 31</a:t>
            </a:r>
          </a:p>
          <a:p>
            <a:pPr>
              <a:defRPr sz="1200"/>
            </a:pPr>
            <a:r>
              <a:t>Bullet 4 body text row 3 on slide 31</a:t>
            </a:r>
          </a:p>
          <a:p>
            <a:pPr>
              <a:defRPr sz="1400"/>
            </a:pPr>
            <a:r>
              <a:t>Bullet 5 body text row 3 on slide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31</a:t>
            </a:r>
          </a:p>
          <a:p>
            <a:pPr>
              <a:defRPr sz="1400"/>
            </a:pPr>
            <a:r>
              <a:t>Bullet 2 body text row 4 on slide 31</a:t>
            </a:r>
          </a:p>
          <a:p>
            <a:pPr>
              <a:defRPr sz="1600"/>
            </a:pPr>
            <a:r>
              <a:t>Bullet 3 body text row 4 on slide 31</a:t>
            </a:r>
          </a:p>
          <a:p>
            <a:pPr>
              <a:defRPr sz="1200"/>
            </a:pPr>
            <a:r>
              <a:t>Bullet 4 body text row 4 on slide 31</a:t>
            </a:r>
          </a:p>
          <a:p>
            <a:pPr>
              <a:defRPr sz="1400"/>
            </a:pPr>
            <a:r>
              <a:t>Bullet 5 body text row 4 on slide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31</a:t>
            </a:r>
          </a:p>
          <a:p>
            <a:pPr>
              <a:defRPr sz="1400"/>
            </a:pPr>
            <a:r>
              <a:t>Bullet 2 body text row 5 on slide 31</a:t>
            </a:r>
          </a:p>
          <a:p>
            <a:pPr>
              <a:defRPr sz="1600"/>
            </a:pPr>
            <a:r>
              <a:t>Bullet 3 body text row 5 on slide 31</a:t>
            </a:r>
          </a:p>
          <a:p>
            <a:pPr>
              <a:defRPr sz="1200"/>
            </a:pPr>
            <a:r>
              <a:t>Bullet 4 body text row 5 on slide 31</a:t>
            </a:r>
          </a:p>
          <a:p>
            <a:pPr>
              <a:defRPr sz="1400"/>
            </a:pPr>
            <a:r>
              <a:t>Bullet 5 body text row 5 on slide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31</a:t>
            </a:r>
          </a:p>
          <a:p>
            <a:pPr>
              <a:defRPr sz="1400"/>
            </a:pPr>
            <a:r>
              <a:t>Bullet 2 body text row 6 on slide 31</a:t>
            </a:r>
          </a:p>
          <a:p>
            <a:pPr>
              <a:defRPr sz="1600"/>
            </a:pPr>
            <a:r>
              <a:t>Bullet 3 body text row 6 on slide 31</a:t>
            </a:r>
          </a:p>
          <a:p>
            <a:pPr>
              <a:defRPr sz="1200"/>
            </a:pPr>
            <a:r>
              <a:t>Bullet 4 body text row 6 on slide 31</a:t>
            </a:r>
          </a:p>
          <a:p>
            <a:pPr>
              <a:defRPr sz="1400"/>
            </a:pPr>
            <a:r>
              <a:t>Bullet 5 body text row 6 on slide 31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32: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32</a:t>
            </a:r>
          </a:p>
          <a:p>
            <a:pPr>
              <a:defRPr sz="1400"/>
            </a:pPr>
            <a:r>
              <a:t>Bullet 2 body text row 1 on slide 32</a:t>
            </a:r>
          </a:p>
          <a:p>
            <a:pPr>
              <a:defRPr sz="1600"/>
            </a:pPr>
            <a:r>
              <a:t>Bullet 3 body text row 1 on slide 32</a:t>
            </a:r>
          </a:p>
          <a:p>
            <a:pPr>
              <a:defRPr sz="1200"/>
            </a:pPr>
            <a:r>
              <a:t>Bullet 4 body text row 1 on slide 32</a:t>
            </a:r>
          </a:p>
          <a:p>
            <a:pPr>
              <a:defRPr sz="1400"/>
            </a:pPr>
            <a:r>
              <a:t>Bullet 5 body text row 1 on slide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32</a:t>
            </a:r>
          </a:p>
          <a:p>
            <a:pPr>
              <a:defRPr sz="1400"/>
            </a:pPr>
            <a:r>
              <a:t>Bullet 2 body text row 2 on slide 32</a:t>
            </a:r>
          </a:p>
          <a:p>
            <a:pPr>
              <a:defRPr sz="1600"/>
            </a:pPr>
            <a:r>
              <a:t>Bullet 3 body text row 2 on slide 32</a:t>
            </a:r>
          </a:p>
          <a:p>
            <a:pPr>
              <a:defRPr sz="1200"/>
            </a:pPr>
            <a:r>
              <a:t>Bullet 4 body text row 2 on slide 32</a:t>
            </a:r>
          </a:p>
          <a:p>
            <a:pPr>
              <a:defRPr sz="1400"/>
            </a:pPr>
            <a:r>
              <a:t>Bullet 5 body text row 2 on slide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32</a:t>
            </a:r>
          </a:p>
          <a:p>
            <a:pPr>
              <a:defRPr sz="1400"/>
            </a:pPr>
            <a:r>
              <a:t>Bullet 2 body text row 3 on slide 32</a:t>
            </a:r>
          </a:p>
          <a:p>
            <a:pPr>
              <a:defRPr sz="1600"/>
            </a:pPr>
            <a:r>
              <a:t>Bullet 3 body text row 3 on slide 32</a:t>
            </a:r>
          </a:p>
          <a:p>
            <a:pPr>
              <a:defRPr sz="1200"/>
            </a:pPr>
            <a:r>
              <a:t>Bullet 4 body text row 3 on slide 32</a:t>
            </a:r>
          </a:p>
          <a:p>
            <a:pPr>
              <a:defRPr sz="1400"/>
            </a:pPr>
            <a:r>
              <a:t>Bullet 5 body text row 3 on slide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32</a:t>
            </a:r>
          </a:p>
          <a:p>
            <a:pPr>
              <a:defRPr sz="1400"/>
            </a:pPr>
            <a:r>
              <a:t>Bullet 2 body text row 4 on slide 32</a:t>
            </a:r>
          </a:p>
          <a:p>
            <a:pPr>
              <a:defRPr sz="1600"/>
            </a:pPr>
            <a:r>
              <a:t>Bullet 3 body text row 4 on slide 32</a:t>
            </a:r>
          </a:p>
          <a:p>
            <a:pPr>
              <a:defRPr sz="1200"/>
            </a:pPr>
            <a:r>
              <a:t>Bullet 4 body text row 4 on slide 32</a:t>
            </a:r>
          </a:p>
          <a:p>
            <a:pPr>
              <a:defRPr sz="1400"/>
            </a:pPr>
            <a:r>
              <a:t>Bullet 5 body text row 4 on slide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32</a:t>
            </a:r>
          </a:p>
          <a:p>
            <a:pPr>
              <a:defRPr sz="1400"/>
            </a:pPr>
            <a:r>
              <a:t>Bullet 2 body text row 5 on slide 32</a:t>
            </a:r>
          </a:p>
          <a:p>
            <a:pPr>
              <a:defRPr sz="1600"/>
            </a:pPr>
            <a:r>
              <a:t>Bullet 3 body text row 5 on slide 32</a:t>
            </a:r>
          </a:p>
          <a:p>
            <a:pPr>
              <a:defRPr sz="1200"/>
            </a:pPr>
            <a:r>
              <a:t>Bullet 4 body text row 5 on slide 32</a:t>
            </a:r>
          </a:p>
          <a:p>
            <a:pPr>
              <a:defRPr sz="1400"/>
            </a:pPr>
            <a:r>
              <a:t>Bullet 5 body text row 5 on slide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32</a:t>
            </a:r>
          </a:p>
          <a:p>
            <a:pPr>
              <a:defRPr sz="1400"/>
            </a:pPr>
            <a:r>
              <a:t>Bullet 2 body text row 6 on slide 32</a:t>
            </a:r>
          </a:p>
          <a:p>
            <a:pPr>
              <a:defRPr sz="1600"/>
            </a:pPr>
            <a:r>
              <a:t>Bullet 3 body text row 6 on slide 32</a:t>
            </a:r>
          </a:p>
          <a:p>
            <a:pPr>
              <a:defRPr sz="1200"/>
            </a:pPr>
            <a:r>
              <a:t>Bullet 4 body text row 6 on slide 32</a:t>
            </a:r>
          </a:p>
          <a:p>
            <a:pPr>
              <a:defRPr sz="1400"/>
            </a:pPr>
            <a:r>
              <a:t>Bullet 5 body text row 6 on slide 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33: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33</a:t>
            </a:r>
          </a:p>
          <a:p>
            <a:pPr>
              <a:defRPr sz="1400"/>
            </a:pPr>
            <a:r>
              <a:t>Bullet 2 body text row 1 on slide 33</a:t>
            </a:r>
          </a:p>
          <a:p>
            <a:pPr>
              <a:defRPr sz="1600"/>
            </a:pPr>
            <a:r>
              <a:t>Bullet 3 body text row 1 on slide 33</a:t>
            </a:r>
          </a:p>
          <a:p>
            <a:pPr>
              <a:defRPr sz="1200"/>
            </a:pPr>
            <a:r>
              <a:t>Bullet 4 body text row 1 on slide 33</a:t>
            </a:r>
          </a:p>
          <a:p>
            <a:pPr>
              <a:defRPr sz="1400"/>
            </a:pPr>
            <a:r>
              <a:t>Bullet 5 body text row 1 on slide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33</a:t>
            </a:r>
          </a:p>
          <a:p>
            <a:pPr>
              <a:defRPr sz="1400"/>
            </a:pPr>
            <a:r>
              <a:t>Bullet 2 body text row 2 on slide 33</a:t>
            </a:r>
          </a:p>
          <a:p>
            <a:pPr>
              <a:defRPr sz="1600"/>
            </a:pPr>
            <a:r>
              <a:t>Bullet 3 body text row 2 on slide 33</a:t>
            </a:r>
          </a:p>
          <a:p>
            <a:pPr>
              <a:defRPr sz="1200"/>
            </a:pPr>
            <a:r>
              <a:t>Bullet 4 body text row 2 on slide 33</a:t>
            </a:r>
          </a:p>
          <a:p>
            <a:pPr>
              <a:defRPr sz="1400"/>
            </a:pPr>
            <a:r>
              <a:t>Bullet 5 body text row 2 on slide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33</a:t>
            </a:r>
          </a:p>
          <a:p>
            <a:pPr>
              <a:defRPr sz="1400"/>
            </a:pPr>
            <a:r>
              <a:t>Bullet 2 body text row 3 on slide 33</a:t>
            </a:r>
          </a:p>
          <a:p>
            <a:pPr>
              <a:defRPr sz="1600"/>
            </a:pPr>
            <a:r>
              <a:t>Bullet 3 body text row 3 on slide 33</a:t>
            </a:r>
          </a:p>
          <a:p>
            <a:pPr>
              <a:defRPr sz="1200"/>
            </a:pPr>
            <a:r>
              <a:t>Bullet 4 body text row 3 on slide 33</a:t>
            </a:r>
          </a:p>
          <a:p>
            <a:pPr>
              <a:defRPr sz="1400"/>
            </a:pPr>
            <a:r>
              <a:t>Bullet 5 body text row 3 on slide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33</a:t>
            </a:r>
          </a:p>
          <a:p>
            <a:pPr>
              <a:defRPr sz="1400"/>
            </a:pPr>
            <a:r>
              <a:t>Bullet 2 body text row 4 on slide 33</a:t>
            </a:r>
          </a:p>
          <a:p>
            <a:pPr>
              <a:defRPr sz="1600"/>
            </a:pPr>
            <a:r>
              <a:t>Bullet 3 body text row 4 on slide 33</a:t>
            </a:r>
          </a:p>
          <a:p>
            <a:pPr>
              <a:defRPr sz="1200"/>
            </a:pPr>
            <a:r>
              <a:t>Bullet 4 body text row 4 on slide 33</a:t>
            </a:r>
          </a:p>
          <a:p>
            <a:pPr>
              <a:defRPr sz="1400"/>
            </a:pPr>
            <a:r>
              <a:t>Bullet 5 body text row 4 on slide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33</a:t>
            </a:r>
          </a:p>
          <a:p>
            <a:pPr>
              <a:defRPr sz="1400"/>
            </a:pPr>
            <a:r>
              <a:t>Bullet 2 body text row 5 on slide 33</a:t>
            </a:r>
          </a:p>
          <a:p>
            <a:pPr>
              <a:defRPr sz="1600"/>
            </a:pPr>
            <a:r>
              <a:t>Bullet 3 body text row 5 on slide 33</a:t>
            </a:r>
          </a:p>
          <a:p>
            <a:pPr>
              <a:defRPr sz="1200"/>
            </a:pPr>
            <a:r>
              <a:t>Bullet 4 body text row 5 on slide 33</a:t>
            </a:r>
          </a:p>
          <a:p>
            <a:pPr>
              <a:defRPr sz="1400"/>
            </a:pPr>
            <a:r>
              <a:t>Bullet 5 body text row 5 on slide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33</a:t>
            </a:r>
          </a:p>
          <a:p>
            <a:pPr>
              <a:defRPr sz="1400"/>
            </a:pPr>
            <a:r>
              <a:t>Bullet 2 body text row 6 on slide 33</a:t>
            </a:r>
          </a:p>
          <a:p>
            <a:pPr>
              <a:defRPr sz="1600"/>
            </a:pPr>
            <a:r>
              <a:t>Bullet 3 body text row 6 on slide 33</a:t>
            </a:r>
          </a:p>
          <a:p>
            <a:pPr>
              <a:defRPr sz="1200"/>
            </a:pPr>
            <a:r>
              <a:t>Bullet 4 body text row 6 on slide 33</a:t>
            </a:r>
          </a:p>
          <a:p>
            <a:pPr>
              <a:defRPr sz="1400"/>
            </a:pPr>
            <a:r>
              <a:t>Bullet 5 body text row 6 on slide 33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34: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34</a:t>
            </a:r>
          </a:p>
          <a:p>
            <a:pPr>
              <a:defRPr sz="1400"/>
            </a:pPr>
            <a:r>
              <a:t>Bullet 2 body text row 1 on slide 34</a:t>
            </a:r>
          </a:p>
          <a:p>
            <a:pPr>
              <a:defRPr sz="1600"/>
            </a:pPr>
            <a:r>
              <a:t>Bullet 3 body text row 1 on slide 34</a:t>
            </a:r>
          </a:p>
          <a:p>
            <a:pPr>
              <a:defRPr sz="1200"/>
            </a:pPr>
            <a:r>
              <a:t>Bullet 4 body text row 1 on slide 34</a:t>
            </a:r>
          </a:p>
          <a:p>
            <a:pPr>
              <a:defRPr sz="1400"/>
            </a:pPr>
            <a:r>
              <a:t>Bullet 5 body text row 1 on slide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34</a:t>
            </a:r>
          </a:p>
          <a:p>
            <a:pPr>
              <a:defRPr sz="1400"/>
            </a:pPr>
            <a:r>
              <a:t>Bullet 2 body text row 2 on slide 34</a:t>
            </a:r>
          </a:p>
          <a:p>
            <a:pPr>
              <a:defRPr sz="1600"/>
            </a:pPr>
            <a:r>
              <a:t>Bullet 3 body text row 2 on slide 34</a:t>
            </a:r>
          </a:p>
          <a:p>
            <a:pPr>
              <a:defRPr sz="1200"/>
            </a:pPr>
            <a:r>
              <a:t>Bullet 4 body text row 2 on slide 34</a:t>
            </a:r>
          </a:p>
          <a:p>
            <a:pPr>
              <a:defRPr sz="1400"/>
            </a:pPr>
            <a:r>
              <a:t>Bullet 5 body text row 2 on slide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34</a:t>
            </a:r>
          </a:p>
          <a:p>
            <a:pPr>
              <a:defRPr sz="1400"/>
            </a:pPr>
            <a:r>
              <a:t>Bullet 2 body text row 3 on slide 34</a:t>
            </a:r>
          </a:p>
          <a:p>
            <a:pPr>
              <a:defRPr sz="1600"/>
            </a:pPr>
            <a:r>
              <a:t>Bullet 3 body text row 3 on slide 34</a:t>
            </a:r>
          </a:p>
          <a:p>
            <a:pPr>
              <a:defRPr sz="1200"/>
            </a:pPr>
            <a:r>
              <a:t>Bullet 4 body text row 3 on slide 34</a:t>
            </a:r>
          </a:p>
          <a:p>
            <a:pPr>
              <a:defRPr sz="1400"/>
            </a:pPr>
            <a:r>
              <a:t>Bullet 5 body text row 3 on slide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34</a:t>
            </a:r>
          </a:p>
          <a:p>
            <a:pPr>
              <a:defRPr sz="1400"/>
            </a:pPr>
            <a:r>
              <a:t>Bullet 2 body text row 4 on slide 34</a:t>
            </a:r>
          </a:p>
          <a:p>
            <a:pPr>
              <a:defRPr sz="1600"/>
            </a:pPr>
            <a:r>
              <a:t>Bullet 3 body text row 4 on slide 34</a:t>
            </a:r>
          </a:p>
          <a:p>
            <a:pPr>
              <a:defRPr sz="1200"/>
            </a:pPr>
            <a:r>
              <a:t>Bullet 4 body text row 4 on slide 34</a:t>
            </a:r>
          </a:p>
          <a:p>
            <a:pPr>
              <a:defRPr sz="1400"/>
            </a:pPr>
            <a:r>
              <a:t>Bullet 5 body text row 4 on slide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34</a:t>
            </a:r>
          </a:p>
          <a:p>
            <a:pPr>
              <a:defRPr sz="1400"/>
            </a:pPr>
            <a:r>
              <a:t>Bullet 2 body text row 5 on slide 34</a:t>
            </a:r>
          </a:p>
          <a:p>
            <a:pPr>
              <a:defRPr sz="1600"/>
            </a:pPr>
            <a:r>
              <a:t>Bullet 3 body text row 5 on slide 34</a:t>
            </a:r>
          </a:p>
          <a:p>
            <a:pPr>
              <a:defRPr sz="1200"/>
            </a:pPr>
            <a:r>
              <a:t>Bullet 4 body text row 5 on slide 34</a:t>
            </a:r>
          </a:p>
          <a:p>
            <a:pPr>
              <a:defRPr sz="1400"/>
            </a:pPr>
            <a:r>
              <a:t>Bullet 5 body text row 5 on slide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34</a:t>
            </a:r>
          </a:p>
          <a:p>
            <a:pPr>
              <a:defRPr sz="1400"/>
            </a:pPr>
            <a:r>
              <a:t>Bullet 2 body text row 6 on slide 34</a:t>
            </a:r>
          </a:p>
          <a:p>
            <a:pPr>
              <a:defRPr sz="1600"/>
            </a:pPr>
            <a:r>
              <a:t>Bullet 3 body text row 6 on slide 34</a:t>
            </a:r>
          </a:p>
          <a:p>
            <a:pPr>
              <a:defRPr sz="1200"/>
            </a:pPr>
            <a:r>
              <a:t>Bullet 4 body text row 6 on slide 34</a:t>
            </a:r>
          </a:p>
          <a:p>
            <a:pPr>
              <a:defRPr sz="1400"/>
            </a:pPr>
            <a:r>
              <a:t>Bullet 5 body text row 6 on slide 34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35: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35</a:t>
            </a:r>
          </a:p>
          <a:p>
            <a:pPr>
              <a:defRPr sz="1400"/>
            </a:pPr>
            <a:r>
              <a:t>Bullet 2 body text row 1 on slide 35</a:t>
            </a:r>
          </a:p>
          <a:p>
            <a:pPr>
              <a:defRPr sz="1600"/>
            </a:pPr>
            <a:r>
              <a:t>Bullet 3 body text row 1 on slide 35</a:t>
            </a:r>
          </a:p>
          <a:p>
            <a:pPr>
              <a:defRPr sz="1200"/>
            </a:pPr>
            <a:r>
              <a:t>Bullet 4 body text row 1 on slide 35</a:t>
            </a:r>
          </a:p>
          <a:p>
            <a:pPr>
              <a:defRPr sz="1400"/>
            </a:pPr>
            <a:r>
              <a:t>Bullet 5 body text row 1 on slide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35</a:t>
            </a:r>
          </a:p>
          <a:p>
            <a:pPr>
              <a:defRPr sz="1400"/>
            </a:pPr>
            <a:r>
              <a:t>Bullet 2 body text row 2 on slide 35</a:t>
            </a:r>
          </a:p>
          <a:p>
            <a:pPr>
              <a:defRPr sz="1600"/>
            </a:pPr>
            <a:r>
              <a:t>Bullet 3 body text row 2 on slide 35</a:t>
            </a:r>
          </a:p>
          <a:p>
            <a:pPr>
              <a:defRPr sz="1200"/>
            </a:pPr>
            <a:r>
              <a:t>Bullet 4 body text row 2 on slide 35</a:t>
            </a:r>
          </a:p>
          <a:p>
            <a:pPr>
              <a:defRPr sz="1400"/>
            </a:pPr>
            <a:r>
              <a:t>Bullet 5 body text row 2 on slide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35</a:t>
            </a:r>
          </a:p>
          <a:p>
            <a:pPr>
              <a:defRPr sz="1400"/>
            </a:pPr>
            <a:r>
              <a:t>Bullet 2 body text row 3 on slide 35</a:t>
            </a:r>
          </a:p>
          <a:p>
            <a:pPr>
              <a:defRPr sz="1600"/>
            </a:pPr>
            <a:r>
              <a:t>Bullet 3 body text row 3 on slide 35</a:t>
            </a:r>
          </a:p>
          <a:p>
            <a:pPr>
              <a:defRPr sz="1200"/>
            </a:pPr>
            <a:r>
              <a:t>Bullet 4 body text row 3 on slide 35</a:t>
            </a:r>
          </a:p>
          <a:p>
            <a:pPr>
              <a:defRPr sz="1400"/>
            </a:pPr>
            <a:r>
              <a:t>Bullet 5 body text row 3 on slide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35</a:t>
            </a:r>
          </a:p>
          <a:p>
            <a:pPr>
              <a:defRPr sz="1400"/>
            </a:pPr>
            <a:r>
              <a:t>Bullet 2 body text row 4 on slide 35</a:t>
            </a:r>
          </a:p>
          <a:p>
            <a:pPr>
              <a:defRPr sz="1600"/>
            </a:pPr>
            <a:r>
              <a:t>Bullet 3 body text row 4 on slide 35</a:t>
            </a:r>
          </a:p>
          <a:p>
            <a:pPr>
              <a:defRPr sz="1200"/>
            </a:pPr>
            <a:r>
              <a:t>Bullet 4 body text row 4 on slide 35</a:t>
            </a:r>
          </a:p>
          <a:p>
            <a:pPr>
              <a:defRPr sz="1400"/>
            </a:pPr>
            <a:r>
              <a:t>Bullet 5 body text row 4 on slide 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35</a:t>
            </a:r>
          </a:p>
          <a:p>
            <a:pPr>
              <a:defRPr sz="1400"/>
            </a:pPr>
            <a:r>
              <a:t>Bullet 2 body text row 5 on slide 35</a:t>
            </a:r>
          </a:p>
          <a:p>
            <a:pPr>
              <a:defRPr sz="1600"/>
            </a:pPr>
            <a:r>
              <a:t>Bullet 3 body text row 5 on slide 35</a:t>
            </a:r>
          </a:p>
          <a:p>
            <a:pPr>
              <a:defRPr sz="1200"/>
            </a:pPr>
            <a:r>
              <a:t>Bullet 4 body text row 5 on slide 35</a:t>
            </a:r>
          </a:p>
          <a:p>
            <a:pPr>
              <a:defRPr sz="1400"/>
            </a:pPr>
            <a:r>
              <a:t>Bullet 5 body text row 5 on slide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35</a:t>
            </a:r>
          </a:p>
          <a:p>
            <a:pPr>
              <a:defRPr sz="1400"/>
            </a:pPr>
            <a:r>
              <a:t>Bullet 2 body text row 6 on slide 35</a:t>
            </a:r>
          </a:p>
          <a:p>
            <a:pPr>
              <a:defRPr sz="1600"/>
            </a:pPr>
            <a:r>
              <a:t>Bullet 3 body text row 6 on slide 35</a:t>
            </a:r>
          </a:p>
          <a:p>
            <a:pPr>
              <a:defRPr sz="1200"/>
            </a:pPr>
            <a:r>
              <a:t>Bullet 4 body text row 6 on slide 35</a:t>
            </a:r>
          </a:p>
          <a:p>
            <a:pPr>
              <a:defRPr sz="1400"/>
            </a:pPr>
            <a:r>
              <a:t>Bullet 5 body text row 6 on slide 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36: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36</a:t>
            </a:r>
          </a:p>
          <a:p>
            <a:pPr>
              <a:defRPr sz="1400"/>
            </a:pPr>
            <a:r>
              <a:t>Bullet 2 body text row 1 on slide 36</a:t>
            </a:r>
          </a:p>
          <a:p>
            <a:pPr>
              <a:defRPr sz="1600"/>
            </a:pPr>
            <a:r>
              <a:t>Bullet 3 body text row 1 on slide 36</a:t>
            </a:r>
          </a:p>
          <a:p>
            <a:pPr>
              <a:defRPr sz="1200"/>
            </a:pPr>
            <a:r>
              <a:t>Bullet 4 body text row 1 on slide 36</a:t>
            </a:r>
          </a:p>
          <a:p>
            <a:pPr>
              <a:defRPr sz="1400"/>
            </a:pPr>
            <a:r>
              <a:t>Bullet 5 body text row 1 on slide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36</a:t>
            </a:r>
          </a:p>
          <a:p>
            <a:pPr>
              <a:defRPr sz="1400"/>
            </a:pPr>
            <a:r>
              <a:t>Bullet 2 body text row 2 on slide 36</a:t>
            </a:r>
          </a:p>
          <a:p>
            <a:pPr>
              <a:defRPr sz="1600"/>
            </a:pPr>
            <a:r>
              <a:t>Bullet 3 body text row 2 on slide 36</a:t>
            </a:r>
          </a:p>
          <a:p>
            <a:pPr>
              <a:defRPr sz="1200"/>
            </a:pPr>
            <a:r>
              <a:t>Bullet 4 body text row 2 on slide 36</a:t>
            </a:r>
          </a:p>
          <a:p>
            <a:pPr>
              <a:defRPr sz="1400"/>
            </a:pPr>
            <a:r>
              <a:t>Bullet 5 body text row 2 on slide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36</a:t>
            </a:r>
          </a:p>
          <a:p>
            <a:pPr>
              <a:defRPr sz="1400"/>
            </a:pPr>
            <a:r>
              <a:t>Bullet 2 body text row 3 on slide 36</a:t>
            </a:r>
          </a:p>
          <a:p>
            <a:pPr>
              <a:defRPr sz="1600"/>
            </a:pPr>
            <a:r>
              <a:t>Bullet 3 body text row 3 on slide 36</a:t>
            </a:r>
          </a:p>
          <a:p>
            <a:pPr>
              <a:defRPr sz="1200"/>
            </a:pPr>
            <a:r>
              <a:t>Bullet 4 body text row 3 on slide 36</a:t>
            </a:r>
          </a:p>
          <a:p>
            <a:pPr>
              <a:defRPr sz="1400"/>
            </a:pPr>
            <a:r>
              <a:t>Bullet 5 body text row 3 on slide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36</a:t>
            </a:r>
          </a:p>
          <a:p>
            <a:pPr>
              <a:defRPr sz="1400"/>
            </a:pPr>
            <a:r>
              <a:t>Bullet 2 body text row 4 on slide 36</a:t>
            </a:r>
          </a:p>
          <a:p>
            <a:pPr>
              <a:defRPr sz="1600"/>
            </a:pPr>
            <a:r>
              <a:t>Bullet 3 body text row 4 on slide 36</a:t>
            </a:r>
          </a:p>
          <a:p>
            <a:pPr>
              <a:defRPr sz="1200"/>
            </a:pPr>
            <a:r>
              <a:t>Bullet 4 body text row 4 on slide 36</a:t>
            </a:r>
          </a:p>
          <a:p>
            <a:pPr>
              <a:defRPr sz="1400"/>
            </a:pPr>
            <a:r>
              <a:t>Bullet 5 body text row 4 on slide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36</a:t>
            </a:r>
          </a:p>
          <a:p>
            <a:pPr>
              <a:defRPr sz="1400"/>
            </a:pPr>
            <a:r>
              <a:t>Bullet 2 body text row 5 on slide 36</a:t>
            </a:r>
          </a:p>
          <a:p>
            <a:pPr>
              <a:defRPr sz="1600"/>
            </a:pPr>
            <a:r>
              <a:t>Bullet 3 body text row 5 on slide 36</a:t>
            </a:r>
          </a:p>
          <a:p>
            <a:pPr>
              <a:defRPr sz="1200"/>
            </a:pPr>
            <a:r>
              <a:t>Bullet 4 body text row 5 on slide 36</a:t>
            </a:r>
          </a:p>
          <a:p>
            <a:pPr>
              <a:defRPr sz="1400"/>
            </a:pPr>
            <a:r>
              <a:t>Bullet 5 body text row 5 on slide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36</a:t>
            </a:r>
          </a:p>
          <a:p>
            <a:pPr>
              <a:defRPr sz="1400"/>
            </a:pPr>
            <a:r>
              <a:t>Bullet 2 body text row 6 on slide 36</a:t>
            </a:r>
          </a:p>
          <a:p>
            <a:pPr>
              <a:defRPr sz="1600"/>
            </a:pPr>
            <a:r>
              <a:t>Bullet 3 body text row 6 on slide 36</a:t>
            </a:r>
          </a:p>
          <a:p>
            <a:pPr>
              <a:defRPr sz="1200"/>
            </a:pPr>
            <a:r>
              <a:t>Bullet 4 body text row 6 on slide 36</a:t>
            </a:r>
          </a:p>
          <a:p>
            <a:pPr>
              <a:defRPr sz="1400"/>
            </a:pPr>
            <a:r>
              <a:t>Bullet 5 body text row 6 on slide 36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37: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37</a:t>
            </a:r>
          </a:p>
          <a:p>
            <a:pPr>
              <a:defRPr sz="1400"/>
            </a:pPr>
            <a:r>
              <a:t>Bullet 2 body text row 1 on slide 37</a:t>
            </a:r>
          </a:p>
          <a:p>
            <a:pPr>
              <a:defRPr sz="1600"/>
            </a:pPr>
            <a:r>
              <a:t>Bullet 3 body text row 1 on slide 37</a:t>
            </a:r>
          </a:p>
          <a:p>
            <a:pPr>
              <a:defRPr sz="1200"/>
            </a:pPr>
            <a:r>
              <a:t>Bullet 4 body text row 1 on slide 37</a:t>
            </a:r>
          </a:p>
          <a:p>
            <a:pPr>
              <a:defRPr sz="1400"/>
            </a:pPr>
            <a:r>
              <a:t>Bullet 5 body text row 1 on slide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37</a:t>
            </a:r>
          </a:p>
          <a:p>
            <a:pPr>
              <a:defRPr sz="1400"/>
            </a:pPr>
            <a:r>
              <a:t>Bullet 2 body text row 2 on slide 37</a:t>
            </a:r>
          </a:p>
          <a:p>
            <a:pPr>
              <a:defRPr sz="1600"/>
            </a:pPr>
            <a:r>
              <a:t>Bullet 3 body text row 2 on slide 37</a:t>
            </a:r>
          </a:p>
          <a:p>
            <a:pPr>
              <a:defRPr sz="1200"/>
            </a:pPr>
            <a:r>
              <a:t>Bullet 4 body text row 2 on slide 37</a:t>
            </a:r>
          </a:p>
          <a:p>
            <a:pPr>
              <a:defRPr sz="1400"/>
            </a:pPr>
            <a:r>
              <a:t>Bullet 5 body text row 2 on slide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37</a:t>
            </a:r>
          </a:p>
          <a:p>
            <a:pPr>
              <a:defRPr sz="1400"/>
            </a:pPr>
            <a:r>
              <a:t>Bullet 2 body text row 3 on slide 37</a:t>
            </a:r>
          </a:p>
          <a:p>
            <a:pPr>
              <a:defRPr sz="1600"/>
            </a:pPr>
            <a:r>
              <a:t>Bullet 3 body text row 3 on slide 37</a:t>
            </a:r>
          </a:p>
          <a:p>
            <a:pPr>
              <a:defRPr sz="1200"/>
            </a:pPr>
            <a:r>
              <a:t>Bullet 4 body text row 3 on slide 37</a:t>
            </a:r>
          </a:p>
          <a:p>
            <a:pPr>
              <a:defRPr sz="1400"/>
            </a:pPr>
            <a:r>
              <a:t>Bullet 5 body text row 3 on slide 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37</a:t>
            </a:r>
          </a:p>
          <a:p>
            <a:pPr>
              <a:defRPr sz="1400"/>
            </a:pPr>
            <a:r>
              <a:t>Bullet 2 body text row 4 on slide 37</a:t>
            </a:r>
          </a:p>
          <a:p>
            <a:pPr>
              <a:defRPr sz="1600"/>
            </a:pPr>
            <a:r>
              <a:t>Bullet 3 body text row 4 on slide 37</a:t>
            </a:r>
          </a:p>
          <a:p>
            <a:pPr>
              <a:defRPr sz="1200"/>
            </a:pPr>
            <a:r>
              <a:t>Bullet 4 body text row 4 on slide 37</a:t>
            </a:r>
          </a:p>
          <a:p>
            <a:pPr>
              <a:defRPr sz="1400"/>
            </a:pPr>
            <a:r>
              <a:t>Bullet 5 body text row 4 on slide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37</a:t>
            </a:r>
          </a:p>
          <a:p>
            <a:pPr>
              <a:defRPr sz="1400"/>
            </a:pPr>
            <a:r>
              <a:t>Bullet 2 body text row 5 on slide 37</a:t>
            </a:r>
          </a:p>
          <a:p>
            <a:pPr>
              <a:defRPr sz="1600"/>
            </a:pPr>
            <a:r>
              <a:t>Bullet 3 body text row 5 on slide 37</a:t>
            </a:r>
          </a:p>
          <a:p>
            <a:pPr>
              <a:defRPr sz="1200"/>
            </a:pPr>
            <a:r>
              <a:t>Bullet 4 body text row 5 on slide 37</a:t>
            </a:r>
          </a:p>
          <a:p>
            <a:pPr>
              <a:defRPr sz="1400"/>
            </a:pPr>
            <a:r>
              <a:t>Bullet 5 body text row 5 on slide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37</a:t>
            </a:r>
          </a:p>
          <a:p>
            <a:pPr>
              <a:defRPr sz="1400"/>
            </a:pPr>
            <a:r>
              <a:t>Bullet 2 body text row 6 on slide 37</a:t>
            </a:r>
          </a:p>
          <a:p>
            <a:pPr>
              <a:defRPr sz="1600"/>
            </a:pPr>
            <a:r>
              <a:t>Bullet 3 body text row 6 on slide 37</a:t>
            </a:r>
          </a:p>
          <a:p>
            <a:pPr>
              <a:defRPr sz="1200"/>
            </a:pPr>
            <a:r>
              <a:t>Bullet 4 body text row 6 on slide 37</a:t>
            </a:r>
          </a:p>
          <a:p>
            <a:pPr>
              <a:defRPr sz="1400"/>
            </a:pPr>
            <a:r>
              <a:t>Bullet 5 body text row 6 on slide 37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38: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38</a:t>
            </a:r>
          </a:p>
          <a:p>
            <a:pPr>
              <a:defRPr sz="1400"/>
            </a:pPr>
            <a:r>
              <a:t>Bullet 2 body text row 1 on slide 38</a:t>
            </a:r>
          </a:p>
          <a:p>
            <a:pPr>
              <a:defRPr sz="1600"/>
            </a:pPr>
            <a:r>
              <a:t>Bullet 3 body text row 1 on slide 38</a:t>
            </a:r>
          </a:p>
          <a:p>
            <a:pPr>
              <a:defRPr sz="1200"/>
            </a:pPr>
            <a:r>
              <a:t>Bullet 4 body text row 1 on slide 38</a:t>
            </a:r>
          </a:p>
          <a:p>
            <a:pPr>
              <a:defRPr sz="1400"/>
            </a:pPr>
            <a:r>
              <a:t>Bullet 5 body text row 1 on slide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38</a:t>
            </a:r>
          </a:p>
          <a:p>
            <a:pPr>
              <a:defRPr sz="1400"/>
            </a:pPr>
            <a:r>
              <a:t>Bullet 2 body text row 2 on slide 38</a:t>
            </a:r>
          </a:p>
          <a:p>
            <a:pPr>
              <a:defRPr sz="1600"/>
            </a:pPr>
            <a:r>
              <a:t>Bullet 3 body text row 2 on slide 38</a:t>
            </a:r>
          </a:p>
          <a:p>
            <a:pPr>
              <a:defRPr sz="1200"/>
            </a:pPr>
            <a:r>
              <a:t>Bullet 4 body text row 2 on slide 38</a:t>
            </a:r>
          </a:p>
          <a:p>
            <a:pPr>
              <a:defRPr sz="1400"/>
            </a:pPr>
            <a:r>
              <a:t>Bullet 5 body text row 2 on slide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38</a:t>
            </a:r>
          </a:p>
          <a:p>
            <a:pPr>
              <a:defRPr sz="1400"/>
            </a:pPr>
            <a:r>
              <a:t>Bullet 2 body text row 3 on slide 38</a:t>
            </a:r>
          </a:p>
          <a:p>
            <a:pPr>
              <a:defRPr sz="1600"/>
            </a:pPr>
            <a:r>
              <a:t>Bullet 3 body text row 3 on slide 38</a:t>
            </a:r>
          </a:p>
          <a:p>
            <a:pPr>
              <a:defRPr sz="1200"/>
            </a:pPr>
            <a:r>
              <a:t>Bullet 4 body text row 3 on slide 38</a:t>
            </a:r>
          </a:p>
          <a:p>
            <a:pPr>
              <a:defRPr sz="1400"/>
            </a:pPr>
            <a:r>
              <a:t>Bullet 5 body text row 3 on slide 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38</a:t>
            </a:r>
          </a:p>
          <a:p>
            <a:pPr>
              <a:defRPr sz="1400"/>
            </a:pPr>
            <a:r>
              <a:t>Bullet 2 body text row 4 on slide 38</a:t>
            </a:r>
          </a:p>
          <a:p>
            <a:pPr>
              <a:defRPr sz="1600"/>
            </a:pPr>
            <a:r>
              <a:t>Bullet 3 body text row 4 on slide 38</a:t>
            </a:r>
          </a:p>
          <a:p>
            <a:pPr>
              <a:defRPr sz="1200"/>
            </a:pPr>
            <a:r>
              <a:t>Bullet 4 body text row 4 on slide 38</a:t>
            </a:r>
          </a:p>
          <a:p>
            <a:pPr>
              <a:defRPr sz="1400"/>
            </a:pPr>
            <a:r>
              <a:t>Bullet 5 body text row 4 on slide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38</a:t>
            </a:r>
          </a:p>
          <a:p>
            <a:pPr>
              <a:defRPr sz="1400"/>
            </a:pPr>
            <a:r>
              <a:t>Bullet 2 body text row 5 on slide 38</a:t>
            </a:r>
          </a:p>
          <a:p>
            <a:pPr>
              <a:defRPr sz="1600"/>
            </a:pPr>
            <a:r>
              <a:t>Bullet 3 body text row 5 on slide 38</a:t>
            </a:r>
          </a:p>
          <a:p>
            <a:pPr>
              <a:defRPr sz="1200"/>
            </a:pPr>
            <a:r>
              <a:t>Bullet 4 body text row 5 on slide 38</a:t>
            </a:r>
          </a:p>
          <a:p>
            <a:pPr>
              <a:defRPr sz="1400"/>
            </a:pPr>
            <a:r>
              <a:t>Bullet 5 body text row 5 on slide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38</a:t>
            </a:r>
          </a:p>
          <a:p>
            <a:pPr>
              <a:defRPr sz="1400"/>
            </a:pPr>
            <a:r>
              <a:t>Bullet 2 body text row 6 on slide 38</a:t>
            </a:r>
          </a:p>
          <a:p>
            <a:pPr>
              <a:defRPr sz="1600"/>
            </a:pPr>
            <a:r>
              <a:t>Bullet 3 body text row 6 on slide 38</a:t>
            </a:r>
          </a:p>
          <a:p>
            <a:pPr>
              <a:defRPr sz="1200"/>
            </a:pPr>
            <a:r>
              <a:t>Bullet 4 body text row 6 on slide 38</a:t>
            </a:r>
          </a:p>
          <a:p>
            <a:pPr>
              <a:defRPr sz="1400"/>
            </a:pPr>
            <a:r>
              <a:t>Bullet 5 body text row 6 on slide 38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39: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39</a:t>
            </a:r>
          </a:p>
          <a:p>
            <a:pPr>
              <a:defRPr sz="1400"/>
            </a:pPr>
            <a:r>
              <a:t>Bullet 2 body text row 1 on slide 39</a:t>
            </a:r>
          </a:p>
          <a:p>
            <a:pPr>
              <a:defRPr sz="1600"/>
            </a:pPr>
            <a:r>
              <a:t>Bullet 3 body text row 1 on slide 39</a:t>
            </a:r>
          </a:p>
          <a:p>
            <a:pPr>
              <a:defRPr sz="1200"/>
            </a:pPr>
            <a:r>
              <a:t>Bullet 4 body text row 1 on slide 39</a:t>
            </a:r>
          </a:p>
          <a:p>
            <a:pPr>
              <a:defRPr sz="1400"/>
            </a:pPr>
            <a:r>
              <a:t>Bullet 5 body text row 1 on slide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39</a:t>
            </a:r>
          </a:p>
          <a:p>
            <a:pPr>
              <a:defRPr sz="1400"/>
            </a:pPr>
            <a:r>
              <a:t>Bullet 2 body text row 2 on slide 39</a:t>
            </a:r>
          </a:p>
          <a:p>
            <a:pPr>
              <a:defRPr sz="1600"/>
            </a:pPr>
            <a:r>
              <a:t>Bullet 3 body text row 2 on slide 39</a:t>
            </a:r>
          </a:p>
          <a:p>
            <a:pPr>
              <a:defRPr sz="1200"/>
            </a:pPr>
            <a:r>
              <a:t>Bullet 4 body text row 2 on slide 39</a:t>
            </a:r>
          </a:p>
          <a:p>
            <a:pPr>
              <a:defRPr sz="1400"/>
            </a:pPr>
            <a:r>
              <a:t>Bullet 5 body text row 2 on slide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39</a:t>
            </a:r>
          </a:p>
          <a:p>
            <a:pPr>
              <a:defRPr sz="1400"/>
            </a:pPr>
            <a:r>
              <a:t>Bullet 2 body text row 3 on slide 39</a:t>
            </a:r>
          </a:p>
          <a:p>
            <a:pPr>
              <a:defRPr sz="1600"/>
            </a:pPr>
            <a:r>
              <a:t>Bullet 3 body text row 3 on slide 39</a:t>
            </a:r>
          </a:p>
          <a:p>
            <a:pPr>
              <a:defRPr sz="1200"/>
            </a:pPr>
            <a:r>
              <a:t>Bullet 4 body text row 3 on slide 39</a:t>
            </a:r>
          </a:p>
          <a:p>
            <a:pPr>
              <a:defRPr sz="1400"/>
            </a:pPr>
            <a:r>
              <a:t>Bullet 5 body text row 3 on slide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39</a:t>
            </a:r>
          </a:p>
          <a:p>
            <a:pPr>
              <a:defRPr sz="1400"/>
            </a:pPr>
            <a:r>
              <a:t>Bullet 2 body text row 4 on slide 39</a:t>
            </a:r>
          </a:p>
          <a:p>
            <a:pPr>
              <a:defRPr sz="1600"/>
            </a:pPr>
            <a:r>
              <a:t>Bullet 3 body text row 4 on slide 39</a:t>
            </a:r>
          </a:p>
          <a:p>
            <a:pPr>
              <a:defRPr sz="1200"/>
            </a:pPr>
            <a:r>
              <a:t>Bullet 4 body text row 4 on slide 39</a:t>
            </a:r>
          </a:p>
          <a:p>
            <a:pPr>
              <a:defRPr sz="1400"/>
            </a:pPr>
            <a:r>
              <a:t>Bullet 5 body text row 4 on slide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39</a:t>
            </a:r>
          </a:p>
          <a:p>
            <a:pPr>
              <a:defRPr sz="1400"/>
            </a:pPr>
            <a:r>
              <a:t>Bullet 2 body text row 5 on slide 39</a:t>
            </a:r>
          </a:p>
          <a:p>
            <a:pPr>
              <a:defRPr sz="1600"/>
            </a:pPr>
            <a:r>
              <a:t>Bullet 3 body text row 5 on slide 39</a:t>
            </a:r>
          </a:p>
          <a:p>
            <a:pPr>
              <a:defRPr sz="1200"/>
            </a:pPr>
            <a:r>
              <a:t>Bullet 4 body text row 5 on slide 39</a:t>
            </a:r>
          </a:p>
          <a:p>
            <a:pPr>
              <a:defRPr sz="1400"/>
            </a:pPr>
            <a:r>
              <a:t>Bullet 5 body text row 5 on slide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39</a:t>
            </a:r>
          </a:p>
          <a:p>
            <a:pPr>
              <a:defRPr sz="1400"/>
            </a:pPr>
            <a:r>
              <a:t>Bullet 2 body text row 6 on slide 39</a:t>
            </a:r>
          </a:p>
          <a:p>
            <a:pPr>
              <a:defRPr sz="1600"/>
            </a:pPr>
            <a:r>
              <a:t>Bullet 3 body text row 6 on slide 39</a:t>
            </a:r>
          </a:p>
          <a:p>
            <a:pPr>
              <a:defRPr sz="1200"/>
            </a:pPr>
            <a:r>
              <a:t>Bullet 4 body text row 6 on slide 39</a:t>
            </a:r>
          </a:p>
          <a:p>
            <a:pPr>
              <a:defRPr sz="1400"/>
            </a:pPr>
            <a:r>
              <a:t>Bullet 5 body text row 6 on slide 39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40: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40</a:t>
            </a:r>
          </a:p>
          <a:p>
            <a:pPr>
              <a:defRPr sz="1400"/>
            </a:pPr>
            <a:r>
              <a:t>Bullet 2 body text row 1 on slide 40</a:t>
            </a:r>
          </a:p>
          <a:p>
            <a:pPr>
              <a:defRPr sz="1600"/>
            </a:pPr>
            <a:r>
              <a:t>Bullet 3 body text row 1 on slide 40</a:t>
            </a:r>
          </a:p>
          <a:p>
            <a:pPr>
              <a:defRPr sz="1200"/>
            </a:pPr>
            <a:r>
              <a:t>Bullet 4 body text row 1 on slide 40</a:t>
            </a:r>
          </a:p>
          <a:p>
            <a:pPr>
              <a:defRPr sz="1400"/>
            </a:pPr>
            <a:r>
              <a:t>Bullet 5 body text row 1 on slide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40</a:t>
            </a:r>
          </a:p>
          <a:p>
            <a:pPr>
              <a:defRPr sz="1400"/>
            </a:pPr>
            <a:r>
              <a:t>Bullet 2 body text row 2 on slide 40</a:t>
            </a:r>
          </a:p>
          <a:p>
            <a:pPr>
              <a:defRPr sz="1600"/>
            </a:pPr>
            <a:r>
              <a:t>Bullet 3 body text row 2 on slide 40</a:t>
            </a:r>
          </a:p>
          <a:p>
            <a:pPr>
              <a:defRPr sz="1200"/>
            </a:pPr>
            <a:r>
              <a:t>Bullet 4 body text row 2 on slide 40</a:t>
            </a:r>
          </a:p>
          <a:p>
            <a:pPr>
              <a:defRPr sz="1400"/>
            </a:pPr>
            <a:r>
              <a:t>Bullet 5 body text row 2 on slide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40</a:t>
            </a:r>
          </a:p>
          <a:p>
            <a:pPr>
              <a:defRPr sz="1400"/>
            </a:pPr>
            <a:r>
              <a:t>Bullet 2 body text row 3 on slide 40</a:t>
            </a:r>
          </a:p>
          <a:p>
            <a:pPr>
              <a:defRPr sz="1600"/>
            </a:pPr>
            <a:r>
              <a:t>Bullet 3 body text row 3 on slide 40</a:t>
            </a:r>
          </a:p>
          <a:p>
            <a:pPr>
              <a:defRPr sz="1200"/>
            </a:pPr>
            <a:r>
              <a:t>Bullet 4 body text row 3 on slide 40</a:t>
            </a:r>
          </a:p>
          <a:p>
            <a:pPr>
              <a:defRPr sz="1400"/>
            </a:pPr>
            <a:r>
              <a:t>Bullet 5 body text row 3 on slide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40</a:t>
            </a:r>
          </a:p>
          <a:p>
            <a:pPr>
              <a:defRPr sz="1400"/>
            </a:pPr>
            <a:r>
              <a:t>Bullet 2 body text row 4 on slide 40</a:t>
            </a:r>
          </a:p>
          <a:p>
            <a:pPr>
              <a:defRPr sz="1600"/>
            </a:pPr>
            <a:r>
              <a:t>Bullet 3 body text row 4 on slide 40</a:t>
            </a:r>
          </a:p>
          <a:p>
            <a:pPr>
              <a:defRPr sz="1200"/>
            </a:pPr>
            <a:r>
              <a:t>Bullet 4 body text row 4 on slide 40</a:t>
            </a:r>
          </a:p>
          <a:p>
            <a:pPr>
              <a:defRPr sz="1400"/>
            </a:pPr>
            <a:r>
              <a:t>Bullet 5 body text row 4 on slide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40</a:t>
            </a:r>
          </a:p>
          <a:p>
            <a:pPr>
              <a:defRPr sz="1400"/>
            </a:pPr>
            <a:r>
              <a:t>Bullet 2 body text row 5 on slide 40</a:t>
            </a:r>
          </a:p>
          <a:p>
            <a:pPr>
              <a:defRPr sz="1600"/>
            </a:pPr>
            <a:r>
              <a:t>Bullet 3 body text row 5 on slide 40</a:t>
            </a:r>
          </a:p>
          <a:p>
            <a:pPr>
              <a:defRPr sz="1200"/>
            </a:pPr>
            <a:r>
              <a:t>Bullet 4 body text row 5 on slide 40</a:t>
            </a:r>
          </a:p>
          <a:p>
            <a:pPr>
              <a:defRPr sz="1400"/>
            </a:pPr>
            <a:r>
              <a:t>Bullet 5 body text row 5 on slide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40</a:t>
            </a:r>
          </a:p>
          <a:p>
            <a:pPr>
              <a:defRPr sz="1400"/>
            </a:pPr>
            <a:r>
              <a:t>Bullet 2 body text row 6 on slide 40</a:t>
            </a:r>
          </a:p>
          <a:p>
            <a:pPr>
              <a:defRPr sz="1600"/>
            </a:pPr>
            <a:r>
              <a:t>Bullet 3 body text row 6 on slide 40</a:t>
            </a:r>
          </a:p>
          <a:p>
            <a:pPr>
              <a:defRPr sz="1200"/>
            </a:pPr>
            <a:r>
              <a:t>Bullet 4 body text row 6 on slide 40</a:t>
            </a:r>
          </a:p>
          <a:p>
            <a:pPr>
              <a:defRPr sz="1400"/>
            </a:pPr>
            <a:r>
              <a:t>Bullet 5 body text row 6 on slide 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41: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41</a:t>
            </a:r>
          </a:p>
          <a:p>
            <a:pPr>
              <a:defRPr sz="1400"/>
            </a:pPr>
            <a:r>
              <a:t>Bullet 2 body text row 1 on slide 41</a:t>
            </a:r>
          </a:p>
          <a:p>
            <a:pPr>
              <a:defRPr sz="1600"/>
            </a:pPr>
            <a:r>
              <a:t>Bullet 3 body text row 1 on slide 41</a:t>
            </a:r>
          </a:p>
          <a:p>
            <a:pPr>
              <a:defRPr sz="1200"/>
            </a:pPr>
            <a:r>
              <a:t>Bullet 4 body text row 1 on slide 41</a:t>
            </a:r>
          </a:p>
          <a:p>
            <a:pPr>
              <a:defRPr sz="1400"/>
            </a:pPr>
            <a:r>
              <a:t>Bullet 5 body text row 1 on slide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41</a:t>
            </a:r>
          </a:p>
          <a:p>
            <a:pPr>
              <a:defRPr sz="1400"/>
            </a:pPr>
            <a:r>
              <a:t>Bullet 2 body text row 2 on slide 41</a:t>
            </a:r>
          </a:p>
          <a:p>
            <a:pPr>
              <a:defRPr sz="1600"/>
            </a:pPr>
            <a:r>
              <a:t>Bullet 3 body text row 2 on slide 41</a:t>
            </a:r>
          </a:p>
          <a:p>
            <a:pPr>
              <a:defRPr sz="1200"/>
            </a:pPr>
            <a:r>
              <a:t>Bullet 4 body text row 2 on slide 41</a:t>
            </a:r>
          </a:p>
          <a:p>
            <a:pPr>
              <a:defRPr sz="1400"/>
            </a:pPr>
            <a:r>
              <a:t>Bullet 5 body text row 2 on slide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41</a:t>
            </a:r>
          </a:p>
          <a:p>
            <a:pPr>
              <a:defRPr sz="1400"/>
            </a:pPr>
            <a:r>
              <a:t>Bullet 2 body text row 3 on slide 41</a:t>
            </a:r>
          </a:p>
          <a:p>
            <a:pPr>
              <a:defRPr sz="1600"/>
            </a:pPr>
            <a:r>
              <a:t>Bullet 3 body text row 3 on slide 41</a:t>
            </a:r>
          </a:p>
          <a:p>
            <a:pPr>
              <a:defRPr sz="1200"/>
            </a:pPr>
            <a:r>
              <a:t>Bullet 4 body text row 3 on slide 41</a:t>
            </a:r>
          </a:p>
          <a:p>
            <a:pPr>
              <a:defRPr sz="1400"/>
            </a:pPr>
            <a:r>
              <a:t>Bullet 5 body text row 3 on slide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41</a:t>
            </a:r>
          </a:p>
          <a:p>
            <a:pPr>
              <a:defRPr sz="1400"/>
            </a:pPr>
            <a:r>
              <a:t>Bullet 2 body text row 4 on slide 41</a:t>
            </a:r>
          </a:p>
          <a:p>
            <a:pPr>
              <a:defRPr sz="1600"/>
            </a:pPr>
            <a:r>
              <a:t>Bullet 3 body text row 4 on slide 41</a:t>
            </a:r>
          </a:p>
          <a:p>
            <a:pPr>
              <a:defRPr sz="1200"/>
            </a:pPr>
            <a:r>
              <a:t>Bullet 4 body text row 4 on slide 41</a:t>
            </a:r>
          </a:p>
          <a:p>
            <a:pPr>
              <a:defRPr sz="1400"/>
            </a:pPr>
            <a:r>
              <a:t>Bullet 5 body text row 4 on slide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41</a:t>
            </a:r>
          </a:p>
          <a:p>
            <a:pPr>
              <a:defRPr sz="1400"/>
            </a:pPr>
            <a:r>
              <a:t>Bullet 2 body text row 5 on slide 41</a:t>
            </a:r>
          </a:p>
          <a:p>
            <a:pPr>
              <a:defRPr sz="1600"/>
            </a:pPr>
            <a:r>
              <a:t>Bullet 3 body text row 5 on slide 41</a:t>
            </a:r>
          </a:p>
          <a:p>
            <a:pPr>
              <a:defRPr sz="1200"/>
            </a:pPr>
            <a:r>
              <a:t>Bullet 4 body text row 5 on slide 41</a:t>
            </a:r>
          </a:p>
          <a:p>
            <a:pPr>
              <a:defRPr sz="1400"/>
            </a:pPr>
            <a:r>
              <a:t>Bullet 5 body text row 5 on slide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41</a:t>
            </a:r>
          </a:p>
          <a:p>
            <a:pPr>
              <a:defRPr sz="1400"/>
            </a:pPr>
            <a:r>
              <a:t>Bullet 2 body text row 6 on slide 41</a:t>
            </a:r>
          </a:p>
          <a:p>
            <a:pPr>
              <a:defRPr sz="1600"/>
            </a:pPr>
            <a:r>
              <a:t>Bullet 3 body text row 6 on slide 41</a:t>
            </a:r>
          </a:p>
          <a:p>
            <a:pPr>
              <a:defRPr sz="1200"/>
            </a:pPr>
            <a:r>
              <a:t>Bullet 4 body text row 6 on slide 41</a:t>
            </a:r>
          </a:p>
          <a:p>
            <a:pPr>
              <a:defRPr sz="1400"/>
            </a:pPr>
            <a:r>
              <a:t>Bullet 5 body text row 6 on slide 41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42: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42</a:t>
            </a:r>
          </a:p>
          <a:p>
            <a:pPr>
              <a:defRPr sz="1400"/>
            </a:pPr>
            <a:r>
              <a:t>Bullet 2 body text row 1 on slide 42</a:t>
            </a:r>
          </a:p>
          <a:p>
            <a:pPr>
              <a:defRPr sz="1600"/>
            </a:pPr>
            <a:r>
              <a:t>Bullet 3 body text row 1 on slide 42</a:t>
            </a:r>
          </a:p>
          <a:p>
            <a:pPr>
              <a:defRPr sz="1200"/>
            </a:pPr>
            <a:r>
              <a:t>Bullet 4 body text row 1 on slide 42</a:t>
            </a:r>
          </a:p>
          <a:p>
            <a:pPr>
              <a:defRPr sz="1400"/>
            </a:pPr>
            <a:r>
              <a:t>Bullet 5 body text row 1 on slide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42</a:t>
            </a:r>
          </a:p>
          <a:p>
            <a:pPr>
              <a:defRPr sz="1400"/>
            </a:pPr>
            <a:r>
              <a:t>Bullet 2 body text row 2 on slide 42</a:t>
            </a:r>
          </a:p>
          <a:p>
            <a:pPr>
              <a:defRPr sz="1600"/>
            </a:pPr>
            <a:r>
              <a:t>Bullet 3 body text row 2 on slide 42</a:t>
            </a:r>
          </a:p>
          <a:p>
            <a:pPr>
              <a:defRPr sz="1200"/>
            </a:pPr>
            <a:r>
              <a:t>Bullet 4 body text row 2 on slide 42</a:t>
            </a:r>
          </a:p>
          <a:p>
            <a:pPr>
              <a:defRPr sz="1400"/>
            </a:pPr>
            <a:r>
              <a:t>Bullet 5 body text row 2 on slide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42</a:t>
            </a:r>
          </a:p>
          <a:p>
            <a:pPr>
              <a:defRPr sz="1400"/>
            </a:pPr>
            <a:r>
              <a:t>Bullet 2 body text row 3 on slide 42</a:t>
            </a:r>
          </a:p>
          <a:p>
            <a:pPr>
              <a:defRPr sz="1600"/>
            </a:pPr>
            <a:r>
              <a:t>Bullet 3 body text row 3 on slide 42</a:t>
            </a:r>
          </a:p>
          <a:p>
            <a:pPr>
              <a:defRPr sz="1200"/>
            </a:pPr>
            <a:r>
              <a:t>Bullet 4 body text row 3 on slide 42</a:t>
            </a:r>
          </a:p>
          <a:p>
            <a:pPr>
              <a:defRPr sz="1400"/>
            </a:pPr>
            <a:r>
              <a:t>Bullet 5 body text row 3 on slide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42</a:t>
            </a:r>
          </a:p>
          <a:p>
            <a:pPr>
              <a:defRPr sz="1400"/>
            </a:pPr>
            <a:r>
              <a:t>Bullet 2 body text row 4 on slide 42</a:t>
            </a:r>
          </a:p>
          <a:p>
            <a:pPr>
              <a:defRPr sz="1600"/>
            </a:pPr>
            <a:r>
              <a:t>Bullet 3 body text row 4 on slide 42</a:t>
            </a:r>
          </a:p>
          <a:p>
            <a:pPr>
              <a:defRPr sz="1200"/>
            </a:pPr>
            <a:r>
              <a:t>Bullet 4 body text row 4 on slide 42</a:t>
            </a:r>
          </a:p>
          <a:p>
            <a:pPr>
              <a:defRPr sz="1400"/>
            </a:pPr>
            <a:r>
              <a:t>Bullet 5 body text row 4 on slide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42</a:t>
            </a:r>
          </a:p>
          <a:p>
            <a:pPr>
              <a:defRPr sz="1400"/>
            </a:pPr>
            <a:r>
              <a:t>Bullet 2 body text row 5 on slide 42</a:t>
            </a:r>
          </a:p>
          <a:p>
            <a:pPr>
              <a:defRPr sz="1600"/>
            </a:pPr>
            <a:r>
              <a:t>Bullet 3 body text row 5 on slide 42</a:t>
            </a:r>
          </a:p>
          <a:p>
            <a:pPr>
              <a:defRPr sz="1200"/>
            </a:pPr>
            <a:r>
              <a:t>Bullet 4 body text row 5 on slide 42</a:t>
            </a:r>
          </a:p>
          <a:p>
            <a:pPr>
              <a:defRPr sz="1400"/>
            </a:pPr>
            <a:r>
              <a:t>Bullet 5 body text row 5 on slide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42</a:t>
            </a:r>
          </a:p>
          <a:p>
            <a:pPr>
              <a:defRPr sz="1400"/>
            </a:pPr>
            <a:r>
              <a:t>Bullet 2 body text row 6 on slide 42</a:t>
            </a:r>
          </a:p>
          <a:p>
            <a:pPr>
              <a:defRPr sz="1600"/>
            </a:pPr>
            <a:r>
              <a:t>Bullet 3 body text row 6 on slide 42</a:t>
            </a:r>
          </a:p>
          <a:p>
            <a:pPr>
              <a:defRPr sz="1200"/>
            </a:pPr>
            <a:r>
              <a:t>Bullet 4 body text row 6 on slide 42</a:t>
            </a:r>
          </a:p>
          <a:p>
            <a:pPr>
              <a:defRPr sz="1400"/>
            </a:pPr>
            <a:r>
              <a:t>Bullet 5 body text row 6 on slide 42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43: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43</a:t>
            </a:r>
          </a:p>
          <a:p>
            <a:pPr>
              <a:defRPr sz="1400"/>
            </a:pPr>
            <a:r>
              <a:t>Bullet 2 body text row 1 on slide 43</a:t>
            </a:r>
          </a:p>
          <a:p>
            <a:pPr>
              <a:defRPr sz="1600"/>
            </a:pPr>
            <a:r>
              <a:t>Bullet 3 body text row 1 on slide 43</a:t>
            </a:r>
          </a:p>
          <a:p>
            <a:pPr>
              <a:defRPr sz="1200"/>
            </a:pPr>
            <a:r>
              <a:t>Bullet 4 body text row 1 on slide 43</a:t>
            </a:r>
          </a:p>
          <a:p>
            <a:pPr>
              <a:defRPr sz="1400"/>
            </a:pPr>
            <a:r>
              <a:t>Bullet 5 body text row 1 on slide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43</a:t>
            </a:r>
          </a:p>
          <a:p>
            <a:pPr>
              <a:defRPr sz="1400"/>
            </a:pPr>
            <a:r>
              <a:t>Bullet 2 body text row 2 on slide 43</a:t>
            </a:r>
          </a:p>
          <a:p>
            <a:pPr>
              <a:defRPr sz="1600"/>
            </a:pPr>
            <a:r>
              <a:t>Bullet 3 body text row 2 on slide 43</a:t>
            </a:r>
          </a:p>
          <a:p>
            <a:pPr>
              <a:defRPr sz="1200"/>
            </a:pPr>
            <a:r>
              <a:t>Bullet 4 body text row 2 on slide 43</a:t>
            </a:r>
          </a:p>
          <a:p>
            <a:pPr>
              <a:defRPr sz="1400"/>
            </a:pPr>
            <a:r>
              <a:t>Bullet 5 body text row 2 on slide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43</a:t>
            </a:r>
          </a:p>
          <a:p>
            <a:pPr>
              <a:defRPr sz="1400"/>
            </a:pPr>
            <a:r>
              <a:t>Bullet 2 body text row 3 on slide 43</a:t>
            </a:r>
          </a:p>
          <a:p>
            <a:pPr>
              <a:defRPr sz="1600"/>
            </a:pPr>
            <a:r>
              <a:t>Bullet 3 body text row 3 on slide 43</a:t>
            </a:r>
          </a:p>
          <a:p>
            <a:pPr>
              <a:defRPr sz="1200"/>
            </a:pPr>
            <a:r>
              <a:t>Bullet 4 body text row 3 on slide 43</a:t>
            </a:r>
          </a:p>
          <a:p>
            <a:pPr>
              <a:defRPr sz="1400"/>
            </a:pPr>
            <a:r>
              <a:t>Bullet 5 body text row 3 on slide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43</a:t>
            </a:r>
          </a:p>
          <a:p>
            <a:pPr>
              <a:defRPr sz="1400"/>
            </a:pPr>
            <a:r>
              <a:t>Bullet 2 body text row 4 on slide 43</a:t>
            </a:r>
          </a:p>
          <a:p>
            <a:pPr>
              <a:defRPr sz="1600"/>
            </a:pPr>
            <a:r>
              <a:t>Bullet 3 body text row 4 on slide 43</a:t>
            </a:r>
          </a:p>
          <a:p>
            <a:pPr>
              <a:defRPr sz="1200"/>
            </a:pPr>
            <a:r>
              <a:t>Bullet 4 body text row 4 on slide 43</a:t>
            </a:r>
          </a:p>
          <a:p>
            <a:pPr>
              <a:defRPr sz="1400"/>
            </a:pPr>
            <a:r>
              <a:t>Bullet 5 body text row 4 on slide 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43</a:t>
            </a:r>
          </a:p>
          <a:p>
            <a:pPr>
              <a:defRPr sz="1400"/>
            </a:pPr>
            <a:r>
              <a:t>Bullet 2 body text row 5 on slide 43</a:t>
            </a:r>
          </a:p>
          <a:p>
            <a:pPr>
              <a:defRPr sz="1600"/>
            </a:pPr>
            <a:r>
              <a:t>Bullet 3 body text row 5 on slide 43</a:t>
            </a:r>
          </a:p>
          <a:p>
            <a:pPr>
              <a:defRPr sz="1200"/>
            </a:pPr>
            <a:r>
              <a:t>Bullet 4 body text row 5 on slide 43</a:t>
            </a:r>
          </a:p>
          <a:p>
            <a:pPr>
              <a:defRPr sz="1400"/>
            </a:pPr>
            <a:r>
              <a:t>Bullet 5 body text row 5 on slide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43</a:t>
            </a:r>
          </a:p>
          <a:p>
            <a:pPr>
              <a:defRPr sz="1400"/>
            </a:pPr>
            <a:r>
              <a:t>Bullet 2 body text row 6 on slide 43</a:t>
            </a:r>
          </a:p>
          <a:p>
            <a:pPr>
              <a:defRPr sz="1600"/>
            </a:pPr>
            <a:r>
              <a:t>Bullet 3 body text row 6 on slide 43</a:t>
            </a:r>
          </a:p>
          <a:p>
            <a:pPr>
              <a:defRPr sz="1200"/>
            </a:pPr>
            <a:r>
              <a:t>Bullet 4 body text row 6 on slide 43</a:t>
            </a:r>
          </a:p>
          <a:p>
            <a:pPr>
              <a:defRPr sz="1400"/>
            </a:pPr>
            <a:r>
              <a:t>Bullet 5 body text row 6 on slide 43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44: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44</a:t>
            </a:r>
          </a:p>
          <a:p>
            <a:pPr>
              <a:defRPr sz="1400"/>
            </a:pPr>
            <a:r>
              <a:t>Bullet 2 body text row 1 on slide 44</a:t>
            </a:r>
          </a:p>
          <a:p>
            <a:pPr>
              <a:defRPr sz="1600"/>
            </a:pPr>
            <a:r>
              <a:t>Bullet 3 body text row 1 on slide 44</a:t>
            </a:r>
          </a:p>
          <a:p>
            <a:pPr>
              <a:defRPr sz="1200"/>
            </a:pPr>
            <a:r>
              <a:t>Bullet 4 body text row 1 on slide 44</a:t>
            </a:r>
          </a:p>
          <a:p>
            <a:pPr>
              <a:defRPr sz="1400"/>
            </a:pPr>
            <a:r>
              <a:t>Bullet 5 body text row 1 on slide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44</a:t>
            </a:r>
          </a:p>
          <a:p>
            <a:pPr>
              <a:defRPr sz="1400"/>
            </a:pPr>
            <a:r>
              <a:t>Bullet 2 body text row 2 on slide 44</a:t>
            </a:r>
          </a:p>
          <a:p>
            <a:pPr>
              <a:defRPr sz="1600"/>
            </a:pPr>
            <a:r>
              <a:t>Bullet 3 body text row 2 on slide 44</a:t>
            </a:r>
          </a:p>
          <a:p>
            <a:pPr>
              <a:defRPr sz="1200"/>
            </a:pPr>
            <a:r>
              <a:t>Bullet 4 body text row 2 on slide 44</a:t>
            </a:r>
          </a:p>
          <a:p>
            <a:pPr>
              <a:defRPr sz="1400"/>
            </a:pPr>
            <a:r>
              <a:t>Bullet 5 body text row 2 on slide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44</a:t>
            </a:r>
          </a:p>
          <a:p>
            <a:pPr>
              <a:defRPr sz="1400"/>
            </a:pPr>
            <a:r>
              <a:t>Bullet 2 body text row 3 on slide 44</a:t>
            </a:r>
          </a:p>
          <a:p>
            <a:pPr>
              <a:defRPr sz="1600"/>
            </a:pPr>
            <a:r>
              <a:t>Bullet 3 body text row 3 on slide 44</a:t>
            </a:r>
          </a:p>
          <a:p>
            <a:pPr>
              <a:defRPr sz="1200"/>
            </a:pPr>
            <a:r>
              <a:t>Bullet 4 body text row 3 on slide 44</a:t>
            </a:r>
          </a:p>
          <a:p>
            <a:pPr>
              <a:defRPr sz="1400"/>
            </a:pPr>
            <a:r>
              <a:t>Bullet 5 body text row 3 on slide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44</a:t>
            </a:r>
          </a:p>
          <a:p>
            <a:pPr>
              <a:defRPr sz="1400"/>
            </a:pPr>
            <a:r>
              <a:t>Bullet 2 body text row 4 on slide 44</a:t>
            </a:r>
          </a:p>
          <a:p>
            <a:pPr>
              <a:defRPr sz="1600"/>
            </a:pPr>
            <a:r>
              <a:t>Bullet 3 body text row 4 on slide 44</a:t>
            </a:r>
          </a:p>
          <a:p>
            <a:pPr>
              <a:defRPr sz="1200"/>
            </a:pPr>
            <a:r>
              <a:t>Bullet 4 body text row 4 on slide 44</a:t>
            </a:r>
          </a:p>
          <a:p>
            <a:pPr>
              <a:defRPr sz="1400"/>
            </a:pPr>
            <a:r>
              <a:t>Bullet 5 body text row 4 on slide 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44</a:t>
            </a:r>
          </a:p>
          <a:p>
            <a:pPr>
              <a:defRPr sz="1400"/>
            </a:pPr>
            <a:r>
              <a:t>Bullet 2 body text row 5 on slide 44</a:t>
            </a:r>
          </a:p>
          <a:p>
            <a:pPr>
              <a:defRPr sz="1600"/>
            </a:pPr>
            <a:r>
              <a:t>Bullet 3 body text row 5 on slide 44</a:t>
            </a:r>
          </a:p>
          <a:p>
            <a:pPr>
              <a:defRPr sz="1200"/>
            </a:pPr>
            <a:r>
              <a:t>Bullet 4 body text row 5 on slide 44</a:t>
            </a:r>
          </a:p>
          <a:p>
            <a:pPr>
              <a:defRPr sz="1400"/>
            </a:pPr>
            <a:r>
              <a:t>Bullet 5 body text row 5 on slide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44</a:t>
            </a:r>
          </a:p>
          <a:p>
            <a:pPr>
              <a:defRPr sz="1400"/>
            </a:pPr>
            <a:r>
              <a:t>Bullet 2 body text row 6 on slide 44</a:t>
            </a:r>
          </a:p>
          <a:p>
            <a:pPr>
              <a:defRPr sz="1600"/>
            </a:pPr>
            <a:r>
              <a:t>Bullet 3 body text row 6 on slide 44</a:t>
            </a:r>
          </a:p>
          <a:p>
            <a:pPr>
              <a:defRPr sz="1200"/>
            </a:pPr>
            <a:r>
              <a:t>Bullet 4 body text row 6 on slide 44</a:t>
            </a:r>
          </a:p>
          <a:p>
            <a:pPr>
              <a:defRPr sz="1400"/>
            </a:pPr>
            <a:r>
              <a:t>Bullet 5 body text row 6 on slide 44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45: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45</a:t>
            </a:r>
          </a:p>
          <a:p>
            <a:pPr>
              <a:defRPr sz="1400"/>
            </a:pPr>
            <a:r>
              <a:t>Bullet 2 body text row 1 on slide 45</a:t>
            </a:r>
          </a:p>
          <a:p>
            <a:pPr>
              <a:defRPr sz="1600"/>
            </a:pPr>
            <a:r>
              <a:t>Bullet 3 body text row 1 on slide 45</a:t>
            </a:r>
          </a:p>
          <a:p>
            <a:pPr>
              <a:defRPr sz="1200"/>
            </a:pPr>
            <a:r>
              <a:t>Bullet 4 body text row 1 on slide 45</a:t>
            </a:r>
          </a:p>
          <a:p>
            <a:pPr>
              <a:defRPr sz="1400"/>
            </a:pPr>
            <a:r>
              <a:t>Bullet 5 body text row 1 on slide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45</a:t>
            </a:r>
          </a:p>
          <a:p>
            <a:pPr>
              <a:defRPr sz="1400"/>
            </a:pPr>
            <a:r>
              <a:t>Bullet 2 body text row 2 on slide 45</a:t>
            </a:r>
          </a:p>
          <a:p>
            <a:pPr>
              <a:defRPr sz="1600"/>
            </a:pPr>
            <a:r>
              <a:t>Bullet 3 body text row 2 on slide 45</a:t>
            </a:r>
          </a:p>
          <a:p>
            <a:pPr>
              <a:defRPr sz="1200"/>
            </a:pPr>
            <a:r>
              <a:t>Bullet 4 body text row 2 on slide 45</a:t>
            </a:r>
          </a:p>
          <a:p>
            <a:pPr>
              <a:defRPr sz="1400"/>
            </a:pPr>
            <a:r>
              <a:t>Bullet 5 body text row 2 on slide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45</a:t>
            </a:r>
          </a:p>
          <a:p>
            <a:pPr>
              <a:defRPr sz="1400"/>
            </a:pPr>
            <a:r>
              <a:t>Bullet 2 body text row 3 on slide 45</a:t>
            </a:r>
          </a:p>
          <a:p>
            <a:pPr>
              <a:defRPr sz="1600"/>
            </a:pPr>
            <a:r>
              <a:t>Bullet 3 body text row 3 on slide 45</a:t>
            </a:r>
          </a:p>
          <a:p>
            <a:pPr>
              <a:defRPr sz="1200"/>
            </a:pPr>
            <a:r>
              <a:t>Bullet 4 body text row 3 on slide 45</a:t>
            </a:r>
          </a:p>
          <a:p>
            <a:pPr>
              <a:defRPr sz="1400"/>
            </a:pPr>
            <a:r>
              <a:t>Bullet 5 body text row 3 on slide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45</a:t>
            </a:r>
          </a:p>
          <a:p>
            <a:pPr>
              <a:defRPr sz="1400"/>
            </a:pPr>
            <a:r>
              <a:t>Bullet 2 body text row 4 on slide 45</a:t>
            </a:r>
          </a:p>
          <a:p>
            <a:pPr>
              <a:defRPr sz="1600"/>
            </a:pPr>
            <a:r>
              <a:t>Bullet 3 body text row 4 on slide 45</a:t>
            </a:r>
          </a:p>
          <a:p>
            <a:pPr>
              <a:defRPr sz="1200"/>
            </a:pPr>
            <a:r>
              <a:t>Bullet 4 body text row 4 on slide 45</a:t>
            </a:r>
          </a:p>
          <a:p>
            <a:pPr>
              <a:defRPr sz="1400"/>
            </a:pPr>
            <a:r>
              <a:t>Bullet 5 body text row 4 on slide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45</a:t>
            </a:r>
          </a:p>
          <a:p>
            <a:pPr>
              <a:defRPr sz="1400"/>
            </a:pPr>
            <a:r>
              <a:t>Bullet 2 body text row 5 on slide 45</a:t>
            </a:r>
          </a:p>
          <a:p>
            <a:pPr>
              <a:defRPr sz="1600"/>
            </a:pPr>
            <a:r>
              <a:t>Bullet 3 body text row 5 on slide 45</a:t>
            </a:r>
          </a:p>
          <a:p>
            <a:pPr>
              <a:defRPr sz="1200"/>
            </a:pPr>
            <a:r>
              <a:t>Bullet 4 body text row 5 on slide 45</a:t>
            </a:r>
          </a:p>
          <a:p>
            <a:pPr>
              <a:defRPr sz="1400"/>
            </a:pPr>
            <a:r>
              <a:t>Bullet 5 body text row 5 on slide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45</a:t>
            </a:r>
          </a:p>
          <a:p>
            <a:pPr>
              <a:defRPr sz="1400"/>
            </a:pPr>
            <a:r>
              <a:t>Bullet 2 body text row 6 on slide 45</a:t>
            </a:r>
          </a:p>
          <a:p>
            <a:pPr>
              <a:defRPr sz="1600"/>
            </a:pPr>
            <a:r>
              <a:t>Bullet 3 body text row 6 on slide 45</a:t>
            </a:r>
          </a:p>
          <a:p>
            <a:pPr>
              <a:defRPr sz="1200"/>
            </a:pPr>
            <a:r>
              <a:t>Bullet 4 body text row 6 on slide 45</a:t>
            </a:r>
          </a:p>
          <a:p>
            <a:pPr>
              <a:defRPr sz="1400"/>
            </a:pPr>
            <a:r>
              <a:t>Bullet 5 body text row 6 on slide 45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46: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46</a:t>
            </a:r>
          </a:p>
          <a:p>
            <a:pPr>
              <a:defRPr sz="1400"/>
            </a:pPr>
            <a:r>
              <a:t>Bullet 2 body text row 1 on slide 46</a:t>
            </a:r>
          </a:p>
          <a:p>
            <a:pPr>
              <a:defRPr sz="1600"/>
            </a:pPr>
            <a:r>
              <a:t>Bullet 3 body text row 1 on slide 46</a:t>
            </a:r>
          </a:p>
          <a:p>
            <a:pPr>
              <a:defRPr sz="1200"/>
            </a:pPr>
            <a:r>
              <a:t>Bullet 4 body text row 1 on slide 46</a:t>
            </a:r>
          </a:p>
          <a:p>
            <a:pPr>
              <a:defRPr sz="1400"/>
            </a:pPr>
            <a:r>
              <a:t>Bullet 5 body text row 1 on slide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46</a:t>
            </a:r>
          </a:p>
          <a:p>
            <a:pPr>
              <a:defRPr sz="1400"/>
            </a:pPr>
            <a:r>
              <a:t>Bullet 2 body text row 2 on slide 46</a:t>
            </a:r>
          </a:p>
          <a:p>
            <a:pPr>
              <a:defRPr sz="1600"/>
            </a:pPr>
            <a:r>
              <a:t>Bullet 3 body text row 2 on slide 46</a:t>
            </a:r>
          </a:p>
          <a:p>
            <a:pPr>
              <a:defRPr sz="1200"/>
            </a:pPr>
            <a:r>
              <a:t>Bullet 4 body text row 2 on slide 46</a:t>
            </a:r>
          </a:p>
          <a:p>
            <a:pPr>
              <a:defRPr sz="1400"/>
            </a:pPr>
            <a:r>
              <a:t>Bullet 5 body text row 2 on slide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46</a:t>
            </a:r>
          </a:p>
          <a:p>
            <a:pPr>
              <a:defRPr sz="1400"/>
            </a:pPr>
            <a:r>
              <a:t>Bullet 2 body text row 3 on slide 46</a:t>
            </a:r>
          </a:p>
          <a:p>
            <a:pPr>
              <a:defRPr sz="1600"/>
            </a:pPr>
            <a:r>
              <a:t>Bullet 3 body text row 3 on slide 46</a:t>
            </a:r>
          </a:p>
          <a:p>
            <a:pPr>
              <a:defRPr sz="1200"/>
            </a:pPr>
            <a:r>
              <a:t>Bullet 4 body text row 3 on slide 46</a:t>
            </a:r>
          </a:p>
          <a:p>
            <a:pPr>
              <a:defRPr sz="1400"/>
            </a:pPr>
            <a:r>
              <a:t>Bullet 5 body text row 3 on slide 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46</a:t>
            </a:r>
          </a:p>
          <a:p>
            <a:pPr>
              <a:defRPr sz="1400"/>
            </a:pPr>
            <a:r>
              <a:t>Bullet 2 body text row 4 on slide 46</a:t>
            </a:r>
          </a:p>
          <a:p>
            <a:pPr>
              <a:defRPr sz="1600"/>
            </a:pPr>
            <a:r>
              <a:t>Bullet 3 body text row 4 on slide 46</a:t>
            </a:r>
          </a:p>
          <a:p>
            <a:pPr>
              <a:defRPr sz="1200"/>
            </a:pPr>
            <a:r>
              <a:t>Bullet 4 body text row 4 on slide 46</a:t>
            </a:r>
          </a:p>
          <a:p>
            <a:pPr>
              <a:defRPr sz="1400"/>
            </a:pPr>
            <a:r>
              <a:t>Bullet 5 body text row 4 on slide 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46</a:t>
            </a:r>
          </a:p>
          <a:p>
            <a:pPr>
              <a:defRPr sz="1400"/>
            </a:pPr>
            <a:r>
              <a:t>Bullet 2 body text row 5 on slide 46</a:t>
            </a:r>
          </a:p>
          <a:p>
            <a:pPr>
              <a:defRPr sz="1600"/>
            </a:pPr>
            <a:r>
              <a:t>Bullet 3 body text row 5 on slide 46</a:t>
            </a:r>
          </a:p>
          <a:p>
            <a:pPr>
              <a:defRPr sz="1200"/>
            </a:pPr>
            <a:r>
              <a:t>Bullet 4 body text row 5 on slide 46</a:t>
            </a:r>
          </a:p>
          <a:p>
            <a:pPr>
              <a:defRPr sz="1400"/>
            </a:pPr>
            <a:r>
              <a:t>Bullet 5 body text row 5 on slide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46</a:t>
            </a:r>
          </a:p>
          <a:p>
            <a:pPr>
              <a:defRPr sz="1400"/>
            </a:pPr>
            <a:r>
              <a:t>Bullet 2 body text row 6 on slide 46</a:t>
            </a:r>
          </a:p>
          <a:p>
            <a:pPr>
              <a:defRPr sz="1600"/>
            </a:pPr>
            <a:r>
              <a:t>Bullet 3 body text row 6 on slide 46</a:t>
            </a:r>
          </a:p>
          <a:p>
            <a:pPr>
              <a:defRPr sz="1200"/>
            </a:pPr>
            <a:r>
              <a:t>Bullet 4 body text row 6 on slide 46</a:t>
            </a:r>
          </a:p>
          <a:p>
            <a:pPr>
              <a:defRPr sz="1400"/>
            </a:pPr>
            <a:r>
              <a:t>Bullet 5 body text row 6 on slide 46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47: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47</a:t>
            </a:r>
          </a:p>
          <a:p>
            <a:pPr>
              <a:defRPr sz="1400"/>
            </a:pPr>
            <a:r>
              <a:t>Bullet 2 body text row 1 on slide 47</a:t>
            </a:r>
          </a:p>
          <a:p>
            <a:pPr>
              <a:defRPr sz="1600"/>
            </a:pPr>
            <a:r>
              <a:t>Bullet 3 body text row 1 on slide 47</a:t>
            </a:r>
          </a:p>
          <a:p>
            <a:pPr>
              <a:defRPr sz="1200"/>
            </a:pPr>
            <a:r>
              <a:t>Bullet 4 body text row 1 on slide 47</a:t>
            </a:r>
          </a:p>
          <a:p>
            <a:pPr>
              <a:defRPr sz="1400"/>
            </a:pPr>
            <a:r>
              <a:t>Bullet 5 body text row 1 on slide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47</a:t>
            </a:r>
          </a:p>
          <a:p>
            <a:pPr>
              <a:defRPr sz="1400"/>
            </a:pPr>
            <a:r>
              <a:t>Bullet 2 body text row 2 on slide 47</a:t>
            </a:r>
          </a:p>
          <a:p>
            <a:pPr>
              <a:defRPr sz="1600"/>
            </a:pPr>
            <a:r>
              <a:t>Bullet 3 body text row 2 on slide 47</a:t>
            </a:r>
          </a:p>
          <a:p>
            <a:pPr>
              <a:defRPr sz="1200"/>
            </a:pPr>
            <a:r>
              <a:t>Bullet 4 body text row 2 on slide 47</a:t>
            </a:r>
          </a:p>
          <a:p>
            <a:pPr>
              <a:defRPr sz="1400"/>
            </a:pPr>
            <a:r>
              <a:t>Bullet 5 body text row 2 on slide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47</a:t>
            </a:r>
          </a:p>
          <a:p>
            <a:pPr>
              <a:defRPr sz="1400"/>
            </a:pPr>
            <a:r>
              <a:t>Bullet 2 body text row 3 on slide 47</a:t>
            </a:r>
          </a:p>
          <a:p>
            <a:pPr>
              <a:defRPr sz="1600"/>
            </a:pPr>
            <a:r>
              <a:t>Bullet 3 body text row 3 on slide 47</a:t>
            </a:r>
          </a:p>
          <a:p>
            <a:pPr>
              <a:defRPr sz="1200"/>
            </a:pPr>
            <a:r>
              <a:t>Bullet 4 body text row 3 on slide 47</a:t>
            </a:r>
          </a:p>
          <a:p>
            <a:pPr>
              <a:defRPr sz="1400"/>
            </a:pPr>
            <a:r>
              <a:t>Bullet 5 body text row 3 on slide 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47</a:t>
            </a:r>
          </a:p>
          <a:p>
            <a:pPr>
              <a:defRPr sz="1400"/>
            </a:pPr>
            <a:r>
              <a:t>Bullet 2 body text row 4 on slide 47</a:t>
            </a:r>
          </a:p>
          <a:p>
            <a:pPr>
              <a:defRPr sz="1600"/>
            </a:pPr>
            <a:r>
              <a:t>Bullet 3 body text row 4 on slide 47</a:t>
            </a:r>
          </a:p>
          <a:p>
            <a:pPr>
              <a:defRPr sz="1200"/>
            </a:pPr>
            <a:r>
              <a:t>Bullet 4 body text row 4 on slide 47</a:t>
            </a:r>
          </a:p>
          <a:p>
            <a:pPr>
              <a:defRPr sz="1400"/>
            </a:pPr>
            <a:r>
              <a:t>Bullet 5 body text row 4 on slide 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47</a:t>
            </a:r>
          </a:p>
          <a:p>
            <a:pPr>
              <a:defRPr sz="1400"/>
            </a:pPr>
            <a:r>
              <a:t>Bullet 2 body text row 5 on slide 47</a:t>
            </a:r>
          </a:p>
          <a:p>
            <a:pPr>
              <a:defRPr sz="1600"/>
            </a:pPr>
            <a:r>
              <a:t>Bullet 3 body text row 5 on slide 47</a:t>
            </a:r>
          </a:p>
          <a:p>
            <a:pPr>
              <a:defRPr sz="1200"/>
            </a:pPr>
            <a:r>
              <a:t>Bullet 4 body text row 5 on slide 47</a:t>
            </a:r>
          </a:p>
          <a:p>
            <a:pPr>
              <a:defRPr sz="1400"/>
            </a:pPr>
            <a:r>
              <a:t>Bullet 5 body text row 5 on slide 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47</a:t>
            </a:r>
          </a:p>
          <a:p>
            <a:pPr>
              <a:defRPr sz="1400"/>
            </a:pPr>
            <a:r>
              <a:t>Bullet 2 body text row 6 on slide 47</a:t>
            </a:r>
          </a:p>
          <a:p>
            <a:pPr>
              <a:defRPr sz="1600"/>
            </a:pPr>
            <a:r>
              <a:t>Bullet 3 body text row 6 on slide 47</a:t>
            </a:r>
          </a:p>
          <a:p>
            <a:pPr>
              <a:defRPr sz="1200"/>
            </a:pPr>
            <a:r>
              <a:t>Bullet 4 body text row 6 on slide 47</a:t>
            </a:r>
          </a:p>
          <a:p>
            <a:pPr>
              <a:defRPr sz="1400"/>
            </a:pPr>
            <a:r>
              <a:t>Bullet 5 body text row 6 on slide 47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48: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48</a:t>
            </a:r>
          </a:p>
          <a:p>
            <a:pPr>
              <a:defRPr sz="1400"/>
            </a:pPr>
            <a:r>
              <a:t>Bullet 2 body text row 1 on slide 48</a:t>
            </a:r>
          </a:p>
          <a:p>
            <a:pPr>
              <a:defRPr sz="1600"/>
            </a:pPr>
            <a:r>
              <a:t>Bullet 3 body text row 1 on slide 48</a:t>
            </a:r>
          </a:p>
          <a:p>
            <a:pPr>
              <a:defRPr sz="1200"/>
            </a:pPr>
            <a:r>
              <a:t>Bullet 4 body text row 1 on slide 48</a:t>
            </a:r>
          </a:p>
          <a:p>
            <a:pPr>
              <a:defRPr sz="1400"/>
            </a:pPr>
            <a:r>
              <a:t>Bullet 5 body text row 1 on slide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48</a:t>
            </a:r>
          </a:p>
          <a:p>
            <a:pPr>
              <a:defRPr sz="1400"/>
            </a:pPr>
            <a:r>
              <a:t>Bullet 2 body text row 2 on slide 48</a:t>
            </a:r>
          </a:p>
          <a:p>
            <a:pPr>
              <a:defRPr sz="1600"/>
            </a:pPr>
            <a:r>
              <a:t>Bullet 3 body text row 2 on slide 48</a:t>
            </a:r>
          </a:p>
          <a:p>
            <a:pPr>
              <a:defRPr sz="1200"/>
            </a:pPr>
            <a:r>
              <a:t>Bullet 4 body text row 2 on slide 48</a:t>
            </a:r>
          </a:p>
          <a:p>
            <a:pPr>
              <a:defRPr sz="1400"/>
            </a:pPr>
            <a:r>
              <a:t>Bullet 5 body text row 2 on slide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48</a:t>
            </a:r>
          </a:p>
          <a:p>
            <a:pPr>
              <a:defRPr sz="1400"/>
            </a:pPr>
            <a:r>
              <a:t>Bullet 2 body text row 3 on slide 48</a:t>
            </a:r>
          </a:p>
          <a:p>
            <a:pPr>
              <a:defRPr sz="1600"/>
            </a:pPr>
            <a:r>
              <a:t>Bullet 3 body text row 3 on slide 48</a:t>
            </a:r>
          </a:p>
          <a:p>
            <a:pPr>
              <a:defRPr sz="1200"/>
            </a:pPr>
            <a:r>
              <a:t>Bullet 4 body text row 3 on slide 48</a:t>
            </a:r>
          </a:p>
          <a:p>
            <a:pPr>
              <a:defRPr sz="1400"/>
            </a:pPr>
            <a:r>
              <a:t>Bullet 5 body text row 3 on slide 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48</a:t>
            </a:r>
          </a:p>
          <a:p>
            <a:pPr>
              <a:defRPr sz="1400"/>
            </a:pPr>
            <a:r>
              <a:t>Bullet 2 body text row 4 on slide 48</a:t>
            </a:r>
          </a:p>
          <a:p>
            <a:pPr>
              <a:defRPr sz="1600"/>
            </a:pPr>
            <a:r>
              <a:t>Bullet 3 body text row 4 on slide 48</a:t>
            </a:r>
          </a:p>
          <a:p>
            <a:pPr>
              <a:defRPr sz="1200"/>
            </a:pPr>
            <a:r>
              <a:t>Bullet 4 body text row 4 on slide 48</a:t>
            </a:r>
          </a:p>
          <a:p>
            <a:pPr>
              <a:defRPr sz="1400"/>
            </a:pPr>
            <a:r>
              <a:t>Bullet 5 body text row 4 on slide 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48</a:t>
            </a:r>
          </a:p>
          <a:p>
            <a:pPr>
              <a:defRPr sz="1400"/>
            </a:pPr>
            <a:r>
              <a:t>Bullet 2 body text row 5 on slide 48</a:t>
            </a:r>
          </a:p>
          <a:p>
            <a:pPr>
              <a:defRPr sz="1600"/>
            </a:pPr>
            <a:r>
              <a:t>Bullet 3 body text row 5 on slide 48</a:t>
            </a:r>
          </a:p>
          <a:p>
            <a:pPr>
              <a:defRPr sz="1200"/>
            </a:pPr>
            <a:r>
              <a:t>Bullet 4 body text row 5 on slide 48</a:t>
            </a:r>
          </a:p>
          <a:p>
            <a:pPr>
              <a:defRPr sz="1400"/>
            </a:pPr>
            <a:r>
              <a:t>Bullet 5 body text row 5 on slide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48</a:t>
            </a:r>
          </a:p>
          <a:p>
            <a:pPr>
              <a:defRPr sz="1400"/>
            </a:pPr>
            <a:r>
              <a:t>Bullet 2 body text row 6 on slide 48</a:t>
            </a:r>
          </a:p>
          <a:p>
            <a:pPr>
              <a:defRPr sz="1600"/>
            </a:pPr>
            <a:r>
              <a:t>Bullet 3 body text row 6 on slide 48</a:t>
            </a:r>
          </a:p>
          <a:p>
            <a:pPr>
              <a:defRPr sz="1200"/>
            </a:pPr>
            <a:r>
              <a:t>Bullet 4 body text row 6 on slide 48</a:t>
            </a:r>
          </a:p>
          <a:p>
            <a:pPr>
              <a:defRPr sz="1400"/>
            </a:pPr>
            <a:r>
              <a:t>Bullet 5 body text row 6 on slide 48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49: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49</a:t>
            </a:r>
          </a:p>
          <a:p>
            <a:pPr>
              <a:defRPr sz="1400"/>
            </a:pPr>
            <a:r>
              <a:t>Bullet 2 body text row 1 on slide 49</a:t>
            </a:r>
          </a:p>
          <a:p>
            <a:pPr>
              <a:defRPr sz="1600"/>
            </a:pPr>
            <a:r>
              <a:t>Bullet 3 body text row 1 on slide 49</a:t>
            </a:r>
          </a:p>
          <a:p>
            <a:pPr>
              <a:defRPr sz="1200"/>
            </a:pPr>
            <a:r>
              <a:t>Bullet 4 body text row 1 on slide 49</a:t>
            </a:r>
          </a:p>
          <a:p>
            <a:pPr>
              <a:defRPr sz="1400"/>
            </a:pPr>
            <a:r>
              <a:t>Bullet 5 body text row 1 on slide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49</a:t>
            </a:r>
          </a:p>
          <a:p>
            <a:pPr>
              <a:defRPr sz="1400"/>
            </a:pPr>
            <a:r>
              <a:t>Bullet 2 body text row 2 on slide 49</a:t>
            </a:r>
          </a:p>
          <a:p>
            <a:pPr>
              <a:defRPr sz="1600"/>
            </a:pPr>
            <a:r>
              <a:t>Bullet 3 body text row 2 on slide 49</a:t>
            </a:r>
          </a:p>
          <a:p>
            <a:pPr>
              <a:defRPr sz="1200"/>
            </a:pPr>
            <a:r>
              <a:t>Bullet 4 body text row 2 on slide 49</a:t>
            </a:r>
          </a:p>
          <a:p>
            <a:pPr>
              <a:defRPr sz="1400"/>
            </a:pPr>
            <a:r>
              <a:t>Bullet 5 body text row 2 on slide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49</a:t>
            </a:r>
          </a:p>
          <a:p>
            <a:pPr>
              <a:defRPr sz="1400"/>
            </a:pPr>
            <a:r>
              <a:t>Bullet 2 body text row 3 on slide 49</a:t>
            </a:r>
          </a:p>
          <a:p>
            <a:pPr>
              <a:defRPr sz="1600"/>
            </a:pPr>
            <a:r>
              <a:t>Bullet 3 body text row 3 on slide 49</a:t>
            </a:r>
          </a:p>
          <a:p>
            <a:pPr>
              <a:defRPr sz="1200"/>
            </a:pPr>
            <a:r>
              <a:t>Bullet 4 body text row 3 on slide 49</a:t>
            </a:r>
          </a:p>
          <a:p>
            <a:pPr>
              <a:defRPr sz="1400"/>
            </a:pPr>
            <a:r>
              <a:t>Bullet 5 body text row 3 on slide 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49</a:t>
            </a:r>
          </a:p>
          <a:p>
            <a:pPr>
              <a:defRPr sz="1400"/>
            </a:pPr>
            <a:r>
              <a:t>Bullet 2 body text row 4 on slide 49</a:t>
            </a:r>
          </a:p>
          <a:p>
            <a:pPr>
              <a:defRPr sz="1600"/>
            </a:pPr>
            <a:r>
              <a:t>Bullet 3 body text row 4 on slide 49</a:t>
            </a:r>
          </a:p>
          <a:p>
            <a:pPr>
              <a:defRPr sz="1200"/>
            </a:pPr>
            <a:r>
              <a:t>Bullet 4 body text row 4 on slide 49</a:t>
            </a:r>
          </a:p>
          <a:p>
            <a:pPr>
              <a:defRPr sz="1400"/>
            </a:pPr>
            <a:r>
              <a:t>Bullet 5 body text row 4 on slide 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49</a:t>
            </a:r>
          </a:p>
          <a:p>
            <a:pPr>
              <a:defRPr sz="1400"/>
            </a:pPr>
            <a:r>
              <a:t>Bullet 2 body text row 5 on slide 49</a:t>
            </a:r>
          </a:p>
          <a:p>
            <a:pPr>
              <a:defRPr sz="1600"/>
            </a:pPr>
            <a:r>
              <a:t>Bullet 3 body text row 5 on slide 49</a:t>
            </a:r>
          </a:p>
          <a:p>
            <a:pPr>
              <a:defRPr sz="1200"/>
            </a:pPr>
            <a:r>
              <a:t>Bullet 4 body text row 5 on slide 49</a:t>
            </a:r>
          </a:p>
          <a:p>
            <a:pPr>
              <a:defRPr sz="1400"/>
            </a:pPr>
            <a:r>
              <a:t>Bullet 5 body text row 5 on slide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49</a:t>
            </a:r>
          </a:p>
          <a:p>
            <a:pPr>
              <a:defRPr sz="1400"/>
            </a:pPr>
            <a:r>
              <a:t>Bullet 2 body text row 6 on slide 49</a:t>
            </a:r>
          </a:p>
          <a:p>
            <a:pPr>
              <a:defRPr sz="1600"/>
            </a:pPr>
            <a:r>
              <a:t>Bullet 3 body text row 6 on slide 49</a:t>
            </a:r>
          </a:p>
          <a:p>
            <a:pPr>
              <a:defRPr sz="1200"/>
            </a:pPr>
            <a:r>
              <a:t>Bullet 4 body text row 6 on slide 49</a:t>
            </a:r>
          </a:p>
          <a:p>
            <a:pPr>
              <a:defRPr sz="1400"/>
            </a:pPr>
            <a:r>
              <a:t>Bullet 5 body text row 6 on slide 49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50: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50</a:t>
            </a:r>
          </a:p>
          <a:p>
            <a:pPr>
              <a:defRPr sz="1400"/>
            </a:pPr>
            <a:r>
              <a:t>Bullet 2 body text row 1 on slide 50</a:t>
            </a:r>
          </a:p>
          <a:p>
            <a:pPr>
              <a:defRPr sz="1600"/>
            </a:pPr>
            <a:r>
              <a:t>Bullet 3 body text row 1 on slide 50</a:t>
            </a:r>
          </a:p>
          <a:p>
            <a:pPr>
              <a:defRPr sz="1200"/>
            </a:pPr>
            <a:r>
              <a:t>Bullet 4 body text row 1 on slide 50</a:t>
            </a:r>
          </a:p>
          <a:p>
            <a:pPr>
              <a:defRPr sz="1400"/>
            </a:pPr>
            <a:r>
              <a:t>Bullet 5 body text row 1 on slide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50</a:t>
            </a:r>
          </a:p>
          <a:p>
            <a:pPr>
              <a:defRPr sz="1400"/>
            </a:pPr>
            <a:r>
              <a:t>Bullet 2 body text row 2 on slide 50</a:t>
            </a:r>
          </a:p>
          <a:p>
            <a:pPr>
              <a:defRPr sz="1600"/>
            </a:pPr>
            <a:r>
              <a:t>Bullet 3 body text row 2 on slide 50</a:t>
            </a:r>
          </a:p>
          <a:p>
            <a:pPr>
              <a:defRPr sz="1200"/>
            </a:pPr>
            <a:r>
              <a:t>Bullet 4 body text row 2 on slide 50</a:t>
            </a:r>
          </a:p>
          <a:p>
            <a:pPr>
              <a:defRPr sz="1400"/>
            </a:pPr>
            <a:r>
              <a:t>Bullet 5 body text row 2 on slide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50</a:t>
            </a:r>
          </a:p>
          <a:p>
            <a:pPr>
              <a:defRPr sz="1400"/>
            </a:pPr>
            <a:r>
              <a:t>Bullet 2 body text row 3 on slide 50</a:t>
            </a:r>
          </a:p>
          <a:p>
            <a:pPr>
              <a:defRPr sz="1600"/>
            </a:pPr>
            <a:r>
              <a:t>Bullet 3 body text row 3 on slide 50</a:t>
            </a:r>
          </a:p>
          <a:p>
            <a:pPr>
              <a:defRPr sz="1200"/>
            </a:pPr>
            <a:r>
              <a:t>Bullet 4 body text row 3 on slide 50</a:t>
            </a:r>
          </a:p>
          <a:p>
            <a:pPr>
              <a:defRPr sz="1400"/>
            </a:pPr>
            <a:r>
              <a:t>Bullet 5 body text row 3 on slide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50</a:t>
            </a:r>
          </a:p>
          <a:p>
            <a:pPr>
              <a:defRPr sz="1400"/>
            </a:pPr>
            <a:r>
              <a:t>Bullet 2 body text row 4 on slide 50</a:t>
            </a:r>
          </a:p>
          <a:p>
            <a:pPr>
              <a:defRPr sz="1600"/>
            </a:pPr>
            <a:r>
              <a:t>Bullet 3 body text row 4 on slide 50</a:t>
            </a:r>
          </a:p>
          <a:p>
            <a:pPr>
              <a:defRPr sz="1200"/>
            </a:pPr>
            <a:r>
              <a:t>Bullet 4 body text row 4 on slide 50</a:t>
            </a:r>
          </a:p>
          <a:p>
            <a:pPr>
              <a:defRPr sz="1400"/>
            </a:pPr>
            <a:r>
              <a:t>Bullet 5 body text row 4 on slide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50</a:t>
            </a:r>
          </a:p>
          <a:p>
            <a:pPr>
              <a:defRPr sz="1400"/>
            </a:pPr>
            <a:r>
              <a:t>Bullet 2 body text row 5 on slide 50</a:t>
            </a:r>
          </a:p>
          <a:p>
            <a:pPr>
              <a:defRPr sz="1600"/>
            </a:pPr>
            <a:r>
              <a:t>Bullet 3 body text row 5 on slide 50</a:t>
            </a:r>
          </a:p>
          <a:p>
            <a:pPr>
              <a:defRPr sz="1200"/>
            </a:pPr>
            <a:r>
              <a:t>Bullet 4 body text row 5 on slide 50</a:t>
            </a:r>
          </a:p>
          <a:p>
            <a:pPr>
              <a:defRPr sz="1400"/>
            </a:pPr>
            <a:r>
              <a:t>Bullet 5 body text row 5 on slide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50</a:t>
            </a:r>
          </a:p>
          <a:p>
            <a:pPr>
              <a:defRPr sz="1400"/>
            </a:pPr>
            <a:r>
              <a:t>Bullet 2 body text row 6 on slide 50</a:t>
            </a:r>
          </a:p>
          <a:p>
            <a:pPr>
              <a:defRPr sz="1600"/>
            </a:pPr>
            <a:r>
              <a:t>Bullet 3 body text row 6 on slide 50</a:t>
            </a:r>
          </a:p>
          <a:p>
            <a:pPr>
              <a:defRPr sz="1200"/>
            </a:pPr>
            <a:r>
              <a:t>Bullet 4 body text row 6 on slide 50</a:t>
            </a:r>
          </a:p>
          <a:p>
            <a:pPr>
              <a:defRPr sz="1400"/>
            </a:pPr>
            <a:r>
              <a:t>Bullet 5 body text row 6 on slide 50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51: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51</a:t>
            </a:r>
          </a:p>
          <a:p>
            <a:pPr>
              <a:defRPr sz="1400"/>
            </a:pPr>
            <a:r>
              <a:t>Bullet 2 body text row 1 on slide 51</a:t>
            </a:r>
          </a:p>
          <a:p>
            <a:pPr>
              <a:defRPr sz="1600"/>
            </a:pPr>
            <a:r>
              <a:t>Bullet 3 body text row 1 on slide 51</a:t>
            </a:r>
          </a:p>
          <a:p>
            <a:pPr>
              <a:defRPr sz="1200"/>
            </a:pPr>
            <a:r>
              <a:t>Bullet 4 body text row 1 on slide 51</a:t>
            </a:r>
          </a:p>
          <a:p>
            <a:pPr>
              <a:defRPr sz="1400"/>
            </a:pPr>
            <a:r>
              <a:t>Bullet 5 body text row 1 on slide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51</a:t>
            </a:r>
          </a:p>
          <a:p>
            <a:pPr>
              <a:defRPr sz="1400"/>
            </a:pPr>
            <a:r>
              <a:t>Bullet 2 body text row 2 on slide 51</a:t>
            </a:r>
          </a:p>
          <a:p>
            <a:pPr>
              <a:defRPr sz="1600"/>
            </a:pPr>
            <a:r>
              <a:t>Bullet 3 body text row 2 on slide 51</a:t>
            </a:r>
          </a:p>
          <a:p>
            <a:pPr>
              <a:defRPr sz="1200"/>
            </a:pPr>
            <a:r>
              <a:t>Bullet 4 body text row 2 on slide 51</a:t>
            </a:r>
          </a:p>
          <a:p>
            <a:pPr>
              <a:defRPr sz="1400"/>
            </a:pPr>
            <a:r>
              <a:t>Bullet 5 body text row 2 on slide 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51</a:t>
            </a:r>
          </a:p>
          <a:p>
            <a:pPr>
              <a:defRPr sz="1400"/>
            </a:pPr>
            <a:r>
              <a:t>Bullet 2 body text row 3 on slide 51</a:t>
            </a:r>
          </a:p>
          <a:p>
            <a:pPr>
              <a:defRPr sz="1600"/>
            </a:pPr>
            <a:r>
              <a:t>Bullet 3 body text row 3 on slide 51</a:t>
            </a:r>
          </a:p>
          <a:p>
            <a:pPr>
              <a:defRPr sz="1200"/>
            </a:pPr>
            <a:r>
              <a:t>Bullet 4 body text row 3 on slide 51</a:t>
            </a:r>
          </a:p>
          <a:p>
            <a:pPr>
              <a:defRPr sz="1400"/>
            </a:pPr>
            <a:r>
              <a:t>Bullet 5 body text row 3 on slide 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51</a:t>
            </a:r>
          </a:p>
          <a:p>
            <a:pPr>
              <a:defRPr sz="1400"/>
            </a:pPr>
            <a:r>
              <a:t>Bullet 2 body text row 4 on slide 51</a:t>
            </a:r>
          </a:p>
          <a:p>
            <a:pPr>
              <a:defRPr sz="1600"/>
            </a:pPr>
            <a:r>
              <a:t>Bullet 3 body text row 4 on slide 51</a:t>
            </a:r>
          </a:p>
          <a:p>
            <a:pPr>
              <a:defRPr sz="1200"/>
            </a:pPr>
            <a:r>
              <a:t>Bullet 4 body text row 4 on slide 51</a:t>
            </a:r>
          </a:p>
          <a:p>
            <a:pPr>
              <a:defRPr sz="1400"/>
            </a:pPr>
            <a:r>
              <a:t>Bullet 5 body text row 4 on slide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51</a:t>
            </a:r>
          </a:p>
          <a:p>
            <a:pPr>
              <a:defRPr sz="1400"/>
            </a:pPr>
            <a:r>
              <a:t>Bullet 2 body text row 5 on slide 51</a:t>
            </a:r>
          </a:p>
          <a:p>
            <a:pPr>
              <a:defRPr sz="1600"/>
            </a:pPr>
            <a:r>
              <a:t>Bullet 3 body text row 5 on slide 51</a:t>
            </a:r>
          </a:p>
          <a:p>
            <a:pPr>
              <a:defRPr sz="1200"/>
            </a:pPr>
            <a:r>
              <a:t>Bullet 4 body text row 5 on slide 51</a:t>
            </a:r>
          </a:p>
          <a:p>
            <a:pPr>
              <a:defRPr sz="1400"/>
            </a:pPr>
            <a:r>
              <a:t>Bullet 5 body text row 5 on slide 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51</a:t>
            </a:r>
          </a:p>
          <a:p>
            <a:pPr>
              <a:defRPr sz="1400"/>
            </a:pPr>
            <a:r>
              <a:t>Bullet 2 body text row 6 on slide 51</a:t>
            </a:r>
          </a:p>
          <a:p>
            <a:pPr>
              <a:defRPr sz="1600"/>
            </a:pPr>
            <a:r>
              <a:t>Bullet 3 body text row 6 on slide 51</a:t>
            </a:r>
          </a:p>
          <a:p>
            <a:pPr>
              <a:defRPr sz="1200"/>
            </a:pPr>
            <a:r>
              <a:t>Bullet 4 body text row 6 on slide 51</a:t>
            </a:r>
          </a:p>
          <a:p>
            <a:pPr>
              <a:defRPr sz="1400"/>
            </a:pPr>
            <a:r>
              <a:t>Bullet 5 body text row 6 on slide 51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52: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52</a:t>
            </a:r>
          </a:p>
          <a:p>
            <a:pPr>
              <a:defRPr sz="1400"/>
            </a:pPr>
            <a:r>
              <a:t>Bullet 2 body text row 1 on slide 52</a:t>
            </a:r>
          </a:p>
          <a:p>
            <a:pPr>
              <a:defRPr sz="1600"/>
            </a:pPr>
            <a:r>
              <a:t>Bullet 3 body text row 1 on slide 52</a:t>
            </a:r>
          </a:p>
          <a:p>
            <a:pPr>
              <a:defRPr sz="1200"/>
            </a:pPr>
            <a:r>
              <a:t>Bullet 4 body text row 1 on slide 52</a:t>
            </a:r>
          </a:p>
          <a:p>
            <a:pPr>
              <a:defRPr sz="1400"/>
            </a:pPr>
            <a:r>
              <a:t>Bullet 5 body text row 1 on slide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52</a:t>
            </a:r>
          </a:p>
          <a:p>
            <a:pPr>
              <a:defRPr sz="1400"/>
            </a:pPr>
            <a:r>
              <a:t>Bullet 2 body text row 2 on slide 52</a:t>
            </a:r>
          </a:p>
          <a:p>
            <a:pPr>
              <a:defRPr sz="1600"/>
            </a:pPr>
            <a:r>
              <a:t>Bullet 3 body text row 2 on slide 52</a:t>
            </a:r>
          </a:p>
          <a:p>
            <a:pPr>
              <a:defRPr sz="1200"/>
            </a:pPr>
            <a:r>
              <a:t>Bullet 4 body text row 2 on slide 52</a:t>
            </a:r>
          </a:p>
          <a:p>
            <a:pPr>
              <a:defRPr sz="1400"/>
            </a:pPr>
            <a:r>
              <a:t>Bullet 5 body text row 2 on slide 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52</a:t>
            </a:r>
          </a:p>
          <a:p>
            <a:pPr>
              <a:defRPr sz="1400"/>
            </a:pPr>
            <a:r>
              <a:t>Bullet 2 body text row 3 on slide 52</a:t>
            </a:r>
          </a:p>
          <a:p>
            <a:pPr>
              <a:defRPr sz="1600"/>
            </a:pPr>
            <a:r>
              <a:t>Bullet 3 body text row 3 on slide 52</a:t>
            </a:r>
          </a:p>
          <a:p>
            <a:pPr>
              <a:defRPr sz="1200"/>
            </a:pPr>
            <a:r>
              <a:t>Bullet 4 body text row 3 on slide 52</a:t>
            </a:r>
          </a:p>
          <a:p>
            <a:pPr>
              <a:defRPr sz="1400"/>
            </a:pPr>
            <a:r>
              <a:t>Bullet 5 body text row 3 on slide 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52</a:t>
            </a:r>
          </a:p>
          <a:p>
            <a:pPr>
              <a:defRPr sz="1400"/>
            </a:pPr>
            <a:r>
              <a:t>Bullet 2 body text row 4 on slide 52</a:t>
            </a:r>
          </a:p>
          <a:p>
            <a:pPr>
              <a:defRPr sz="1600"/>
            </a:pPr>
            <a:r>
              <a:t>Bullet 3 body text row 4 on slide 52</a:t>
            </a:r>
          </a:p>
          <a:p>
            <a:pPr>
              <a:defRPr sz="1200"/>
            </a:pPr>
            <a:r>
              <a:t>Bullet 4 body text row 4 on slide 52</a:t>
            </a:r>
          </a:p>
          <a:p>
            <a:pPr>
              <a:defRPr sz="1400"/>
            </a:pPr>
            <a:r>
              <a:t>Bullet 5 body text row 4 on slide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52</a:t>
            </a:r>
          </a:p>
          <a:p>
            <a:pPr>
              <a:defRPr sz="1400"/>
            </a:pPr>
            <a:r>
              <a:t>Bullet 2 body text row 5 on slide 52</a:t>
            </a:r>
          </a:p>
          <a:p>
            <a:pPr>
              <a:defRPr sz="1600"/>
            </a:pPr>
            <a:r>
              <a:t>Bullet 3 body text row 5 on slide 52</a:t>
            </a:r>
          </a:p>
          <a:p>
            <a:pPr>
              <a:defRPr sz="1200"/>
            </a:pPr>
            <a:r>
              <a:t>Bullet 4 body text row 5 on slide 52</a:t>
            </a:r>
          </a:p>
          <a:p>
            <a:pPr>
              <a:defRPr sz="1400"/>
            </a:pPr>
            <a:r>
              <a:t>Bullet 5 body text row 5 on slide 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52</a:t>
            </a:r>
          </a:p>
          <a:p>
            <a:pPr>
              <a:defRPr sz="1400"/>
            </a:pPr>
            <a:r>
              <a:t>Bullet 2 body text row 6 on slide 52</a:t>
            </a:r>
          </a:p>
          <a:p>
            <a:pPr>
              <a:defRPr sz="1600"/>
            </a:pPr>
            <a:r>
              <a:t>Bullet 3 body text row 6 on slide 52</a:t>
            </a:r>
          </a:p>
          <a:p>
            <a:pPr>
              <a:defRPr sz="1200"/>
            </a:pPr>
            <a:r>
              <a:t>Bullet 4 body text row 6 on slide 52</a:t>
            </a:r>
          </a:p>
          <a:p>
            <a:pPr>
              <a:defRPr sz="1400"/>
            </a:pPr>
            <a:r>
              <a:t>Bullet 5 body text row 6 on slide 52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53: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53</a:t>
            </a:r>
          </a:p>
          <a:p>
            <a:pPr>
              <a:defRPr sz="1400"/>
            </a:pPr>
            <a:r>
              <a:t>Bullet 2 body text row 1 on slide 53</a:t>
            </a:r>
          </a:p>
          <a:p>
            <a:pPr>
              <a:defRPr sz="1600"/>
            </a:pPr>
            <a:r>
              <a:t>Bullet 3 body text row 1 on slide 53</a:t>
            </a:r>
          </a:p>
          <a:p>
            <a:pPr>
              <a:defRPr sz="1200"/>
            </a:pPr>
            <a:r>
              <a:t>Bullet 4 body text row 1 on slide 53</a:t>
            </a:r>
          </a:p>
          <a:p>
            <a:pPr>
              <a:defRPr sz="1400"/>
            </a:pPr>
            <a:r>
              <a:t>Bullet 5 body text row 1 on slide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53</a:t>
            </a:r>
          </a:p>
          <a:p>
            <a:pPr>
              <a:defRPr sz="1400"/>
            </a:pPr>
            <a:r>
              <a:t>Bullet 2 body text row 2 on slide 53</a:t>
            </a:r>
          </a:p>
          <a:p>
            <a:pPr>
              <a:defRPr sz="1600"/>
            </a:pPr>
            <a:r>
              <a:t>Bullet 3 body text row 2 on slide 53</a:t>
            </a:r>
          </a:p>
          <a:p>
            <a:pPr>
              <a:defRPr sz="1200"/>
            </a:pPr>
            <a:r>
              <a:t>Bullet 4 body text row 2 on slide 53</a:t>
            </a:r>
          </a:p>
          <a:p>
            <a:pPr>
              <a:defRPr sz="1400"/>
            </a:pPr>
            <a:r>
              <a:t>Bullet 5 body text row 2 on slide 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53</a:t>
            </a:r>
          </a:p>
          <a:p>
            <a:pPr>
              <a:defRPr sz="1400"/>
            </a:pPr>
            <a:r>
              <a:t>Bullet 2 body text row 3 on slide 53</a:t>
            </a:r>
          </a:p>
          <a:p>
            <a:pPr>
              <a:defRPr sz="1600"/>
            </a:pPr>
            <a:r>
              <a:t>Bullet 3 body text row 3 on slide 53</a:t>
            </a:r>
          </a:p>
          <a:p>
            <a:pPr>
              <a:defRPr sz="1200"/>
            </a:pPr>
            <a:r>
              <a:t>Bullet 4 body text row 3 on slide 53</a:t>
            </a:r>
          </a:p>
          <a:p>
            <a:pPr>
              <a:defRPr sz="1400"/>
            </a:pPr>
            <a:r>
              <a:t>Bullet 5 body text row 3 on slide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53</a:t>
            </a:r>
          </a:p>
          <a:p>
            <a:pPr>
              <a:defRPr sz="1400"/>
            </a:pPr>
            <a:r>
              <a:t>Bullet 2 body text row 4 on slide 53</a:t>
            </a:r>
          </a:p>
          <a:p>
            <a:pPr>
              <a:defRPr sz="1600"/>
            </a:pPr>
            <a:r>
              <a:t>Bullet 3 body text row 4 on slide 53</a:t>
            </a:r>
          </a:p>
          <a:p>
            <a:pPr>
              <a:defRPr sz="1200"/>
            </a:pPr>
            <a:r>
              <a:t>Bullet 4 body text row 4 on slide 53</a:t>
            </a:r>
          </a:p>
          <a:p>
            <a:pPr>
              <a:defRPr sz="1400"/>
            </a:pPr>
            <a:r>
              <a:t>Bullet 5 body text row 4 on slide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53</a:t>
            </a:r>
          </a:p>
          <a:p>
            <a:pPr>
              <a:defRPr sz="1400"/>
            </a:pPr>
            <a:r>
              <a:t>Bullet 2 body text row 5 on slide 53</a:t>
            </a:r>
          </a:p>
          <a:p>
            <a:pPr>
              <a:defRPr sz="1600"/>
            </a:pPr>
            <a:r>
              <a:t>Bullet 3 body text row 5 on slide 53</a:t>
            </a:r>
          </a:p>
          <a:p>
            <a:pPr>
              <a:defRPr sz="1200"/>
            </a:pPr>
            <a:r>
              <a:t>Bullet 4 body text row 5 on slide 53</a:t>
            </a:r>
          </a:p>
          <a:p>
            <a:pPr>
              <a:defRPr sz="1400"/>
            </a:pPr>
            <a:r>
              <a:t>Bullet 5 body text row 5 on slide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53</a:t>
            </a:r>
          </a:p>
          <a:p>
            <a:pPr>
              <a:defRPr sz="1400"/>
            </a:pPr>
            <a:r>
              <a:t>Bullet 2 body text row 6 on slide 53</a:t>
            </a:r>
          </a:p>
          <a:p>
            <a:pPr>
              <a:defRPr sz="1600"/>
            </a:pPr>
            <a:r>
              <a:t>Bullet 3 body text row 6 on slide 53</a:t>
            </a:r>
          </a:p>
          <a:p>
            <a:pPr>
              <a:defRPr sz="1200"/>
            </a:pPr>
            <a:r>
              <a:t>Bullet 4 body text row 6 on slide 53</a:t>
            </a:r>
          </a:p>
          <a:p>
            <a:pPr>
              <a:defRPr sz="1400"/>
            </a:pPr>
            <a:r>
              <a:t>Bullet 5 body text row 6 on slide 53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54: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54</a:t>
            </a:r>
          </a:p>
          <a:p>
            <a:pPr>
              <a:defRPr sz="1400"/>
            </a:pPr>
            <a:r>
              <a:t>Bullet 2 body text row 1 on slide 54</a:t>
            </a:r>
          </a:p>
          <a:p>
            <a:pPr>
              <a:defRPr sz="1600"/>
            </a:pPr>
            <a:r>
              <a:t>Bullet 3 body text row 1 on slide 54</a:t>
            </a:r>
          </a:p>
          <a:p>
            <a:pPr>
              <a:defRPr sz="1200"/>
            </a:pPr>
            <a:r>
              <a:t>Bullet 4 body text row 1 on slide 54</a:t>
            </a:r>
          </a:p>
          <a:p>
            <a:pPr>
              <a:defRPr sz="1400"/>
            </a:pPr>
            <a:r>
              <a:t>Bullet 5 body text row 1 on slide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54</a:t>
            </a:r>
          </a:p>
          <a:p>
            <a:pPr>
              <a:defRPr sz="1400"/>
            </a:pPr>
            <a:r>
              <a:t>Bullet 2 body text row 2 on slide 54</a:t>
            </a:r>
          </a:p>
          <a:p>
            <a:pPr>
              <a:defRPr sz="1600"/>
            </a:pPr>
            <a:r>
              <a:t>Bullet 3 body text row 2 on slide 54</a:t>
            </a:r>
          </a:p>
          <a:p>
            <a:pPr>
              <a:defRPr sz="1200"/>
            </a:pPr>
            <a:r>
              <a:t>Bullet 4 body text row 2 on slide 54</a:t>
            </a:r>
          </a:p>
          <a:p>
            <a:pPr>
              <a:defRPr sz="1400"/>
            </a:pPr>
            <a:r>
              <a:t>Bullet 5 body text row 2 on slide 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54</a:t>
            </a:r>
          </a:p>
          <a:p>
            <a:pPr>
              <a:defRPr sz="1400"/>
            </a:pPr>
            <a:r>
              <a:t>Bullet 2 body text row 3 on slide 54</a:t>
            </a:r>
          </a:p>
          <a:p>
            <a:pPr>
              <a:defRPr sz="1600"/>
            </a:pPr>
            <a:r>
              <a:t>Bullet 3 body text row 3 on slide 54</a:t>
            </a:r>
          </a:p>
          <a:p>
            <a:pPr>
              <a:defRPr sz="1200"/>
            </a:pPr>
            <a:r>
              <a:t>Bullet 4 body text row 3 on slide 54</a:t>
            </a:r>
          </a:p>
          <a:p>
            <a:pPr>
              <a:defRPr sz="1400"/>
            </a:pPr>
            <a:r>
              <a:t>Bullet 5 body text row 3 on slide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54</a:t>
            </a:r>
          </a:p>
          <a:p>
            <a:pPr>
              <a:defRPr sz="1400"/>
            </a:pPr>
            <a:r>
              <a:t>Bullet 2 body text row 4 on slide 54</a:t>
            </a:r>
          </a:p>
          <a:p>
            <a:pPr>
              <a:defRPr sz="1600"/>
            </a:pPr>
            <a:r>
              <a:t>Bullet 3 body text row 4 on slide 54</a:t>
            </a:r>
          </a:p>
          <a:p>
            <a:pPr>
              <a:defRPr sz="1200"/>
            </a:pPr>
            <a:r>
              <a:t>Bullet 4 body text row 4 on slide 54</a:t>
            </a:r>
          </a:p>
          <a:p>
            <a:pPr>
              <a:defRPr sz="1400"/>
            </a:pPr>
            <a:r>
              <a:t>Bullet 5 body text row 4 on slide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54</a:t>
            </a:r>
          </a:p>
          <a:p>
            <a:pPr>
              <a:defRPr sz="1400"/>
            </a:pPr>
            <a:r>
              <a:t>Bullet 2 body text row 5 on slide 54</a:t>
            </a:r>
          </a:p>
          <a:p>
            <a:pPr>
              <a:defRPr sz="1600"/>
            </a:pPr>
            <a:r>
              <a:t>Bullet 3 body text row 5 on slide 54</a:t>
            </a:r>
          </a:p>
          <a:p>
            <a:pPr>
              <a:defRPr sz="1200"/>
            </a:pPr>
            <a:r>
              <a:t>Bullet 4 body text row 5 on slide 54</a:t>
            </a:r>
          </a:p>
          <a:p>
            <a:pPr>
              <a:defRPr sz="1400"/>
            </a:pPr>
            <a:r>
              <a:t>Bullet 5 body text row 5 on slide 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54</a:t>
            </a:r>
          </a:p>
          <a:p>
            <a:pPr>
              <a:defRPr sz="1400"/>
            </a:pPr>
            <a:r>
              <a:t>Bullet 2 body text row 6 on slide 54</a:t>
            </a:r>
          </a:p>
          <a:p>
            <a:pPr>
              <a:defRPr sz="1600"/>
            </a:pPr>
            <a:r>
              <a:t>Bullet 3 body text row 6 on slide 54</a:t>
            </a:r>
          </a:p>
          <a:p>
            <a:pPr>
              <a:defRPr sz="1200"/>
            </a:pPr>
            <a:r>
              <a:t>Bullet 4 body text row 6 on slide 54</a:t>
            </a:r>
          </a:p>
          <a:p>
            <a:pPr>
              <a:defRPr sz="1400"/>
            </a:pPr>
            <a:r>
              <a:t>Bullet 5 body text row 6 on slide 54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55: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55</a:t>
            </a:r>
          </a:p>
          <a:p>
            <a:pPr>
              <a:defRPr sz="1400"/>
            </a:pPr>
            <a:r>
              <a:t>Bullet 2 body text row 1 on slide 55</a:t>
            </a:r>
          </a:p>
          <a:p>
            <a:pPr>
              <a:defRPr sz="1600"/>
            </a:pPr>
            <a:r>
              <a:t>Bullet 3 body text row 1 on slide 55</a:t>
            </a:r>
          </a:p>
          <a:p>
            <a:pPr>
              <a:defRPr sz="1200"/>
            </a:pPr>
            <a:r>
              <a:t>Bullet 4 body text row 1 on slide 55</a:t>
            </a:r>
          </a:p>
          <a:p>
            <a:pPr>
              <a:defRPr sz="1400"/>
            </a:pPr>
            <a:r>
              <a:t>Bullet 5 body text row 1 on slide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55</a:t>
            </a:r>
          </a:p>
          <a:p>
            <a:pPr>
              <a:defRPr sz="1400"/>
            </a:pPr>
            <a:r>
              <a:t>Bullet 2 body text row 2 on slide 55</a:t>
            </a:r>
          </a:p>
          <a:p>
            <a:pPr>
              <a:defRPr sz="1600"/>
            </a:pPr>
            <a:r>
              <a:t>Bullet 3 body text row 2 on slide 55</a:t>
            </a:r>
          </a:p>
          <a:p>
            <a:pPr>
              <a:defRPr sz="1200"/>
            </a:pPr>
            <a:r>
              <a:t>Bullet 4 body text row 2 on slide 55</a:t>
            </a:r>
          </a:p>
          <a:p>
            <a:pPr>
              <a:defRPr sz="1400"/>
            </a:pPr>
            <a:r>
              <a:t>Bullet 5 body text row 2 on slide 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55</a:t>
            </a:r>
          </a:p>
          <a:p>
            <a:pPr>
              <a:defRPr sz="1400"/>
            </a:pPr>
            <a:r>
              <a:t>Bullet 2 body text row 3 on slide 55</a:t>
            </a:r>
          </a:p>
          <a:p>
            <a:pPr>
              <a:defRPr sz="1600"/>
            </a:pPr>
            <a:r>
              <a:t>Bullet 3 body text row 3 on slide 55</a:t>
            </a:r>
          </a:p>
          <a:p>
            <a:pPr>
              <a:defRPr sz="1200"/>
            </a:pPr>
            <a:r>
              <a:t>Bullet 4 body text row 3 on slide 55</a:t>
            </a:r>
          </a:p>
          <a:p>
            <a:pPr>
              <a:defRPr sz="1400"/>
            </a:pPr>
            <a:r>
              <a:t>Bullet 5 body text row 3 on slide 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55</a:t>
            </a:r>
          </a:p>
          <a:p>
            <a:pPr>
              <a:defRPr sz="1400"/>
            </a:pPr>
            <a:r>
              <a:t>Bullet 2 body text row 4 on slide 55</a:t>
            </a:r>
          </a:p>
          <a:p>
            <a:pPr>
              <a:defRPr sz="1600"/>
            </a:pPr>
            <a:r>
              <a:t>Bullet 3 body text row 4 on slide 55</a:t>
            </a:r>
          </a:p>
          <a:p>
            <a:pPr>
              <a:defRPr sz="1200"/>
            </a:pPr>
            <a:r>
              <a:t>Bullet 4 body text row 4 on slide 55</a:t>
            </a:r>
          </a:p>
          <a:p>
            <a:pPr>
              <a:defRPr sz="1400"/>
            </a:pPr>
            <a:r>
              <a:t>Bullet 5 body text row 4 on slide 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55</a:t>
            </a:r>
          </a:p>
          <a:p>
            <a:pPr>
              <a:defRPr sz="1400"/>
            </a:pPr>
            <a:r>
              <a:t>Bullet 2 body text row 5 on slide 55</a:t>
            </a:r>
          </a:p>
          <a:p>
            <a:pPr>
              <a:defRPr sz="1600"/>
            </a:pPr>
            <a:r>
              <a:t>Bullet 3 body text row 5 on slide 55</a:t>
            </a:r>
          </a:p>
          <a:p>
            <a:pPr>
              <a:defRPr sz="1200"/>
            </a:pPr>
            <a:r>
              <a:t>Bullet 4 body text row 5 on slide 55</a:t>
            </a:r>
          </a:p>
          <a:p>
            <a:pPr>
              <a:defRPr sz="1400"/>
            </a:pPr>
            <a:r>
              <a:t>Bullet 5 body text row 5 on slide 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55</a:t>
            </a:r>
          </a:p>
          <a:p>
            <a:pPr>
              <a:defRPr sz="1400"/>
            </a:pPr>
            <a:r>
              <a:t>Bullet 2 body text row 6 on slide 55</a:t>
            </a:r>
          </a:p>
          <a:p>
            <a:pPr>
              <a:defRPr sz="1600"/>
            </a:pPr>
            <a:r>
              <a:t>Bullet 3 body text row 6 on slide 55</a:t>
            </a:r>
          </a:p>
          <a:p>
            <a:pPr>
              <a:defRPr sz="1200"/>
            </a:pPr>
            <a:r>
              <a:t>Bullet 4 body text row 6 on slide 55</a:t>
            </a:r>
          </a:p>
          <a:p>
            <a:pPr>
              <a:defRPr sz="1400"/>
            </a:pPr>
            <a:r>
              <a:t>Bullet 5 body text row 6 on slide 55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56: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56</a:t>
            </a:r>
          </a:p>
          <a:p>
            <a:pPr>
              <a:defRPr sz="1400"/>
            </a:pPr>
            <a:r>
              <a:t>Bullet 2 body text row 1 on slide 56</a:t>
            </a:r>
          </a:p>
          <a:p>
            <a:pPr>
              <a:defRPr sz="1600"/>
            </a:pPr>
            <a:r>
              <a:t>Bullet 3 body text row 1 on slide 56</a:t>
            </a:r>
          </a:p>
          <a:p>
            <a:pPr>
              <a:defRPr sz="1200"/>
            </a:pPr>
            <a:r>
              <a:t>Bullet 4 body text row 1 on slide 56</a:t>
            </a:r>
          </a:p>
          <a:p>
            <a:pPr>
              <a:defRPr sz="1400"/>
            </a:pPr>
            <a:r>
              <a:t>Bullet 5 body text row 1 on slide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56</a:t>
            </a:r>
          </a:p>
          <a:p>
            <a:pPr>
              <a:defRPr sz="1400"/>
            </a:pPr>
            <a:r>
              <a:t>Bullet 2 body text row 2 on slide 56</a:t>
            </a:r>
          </a:p>
          <a:p>
            <a:pPr>
              <a:defRPr sz="1600"/>
            </a:pPr>
            <a:r>
              <a:t>Bullet 3 body text row 2 on slide 56</a:t>
            </a:r>
          </a:p>
          <a:p>
            <a:pPr>
              <a:defRPr sz="1200"/>
            </a:pPr>
            <a:r>
              <a:t>Bullet 4 body text row 2 on slide 56</a:t>
            </a:r>
          </a:p>
          <a:p>
            <a:pPr>
              <a:defRPr sz="1400"/>
            </a:pPr>
            <a:r>
              <a:t>Bullet 5 body text row 2 on slide 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56</a:t>
            </a:r>
          </a:p>
          <a:p>
            <a:pPr>
              <a:defRPr sz="1400"/>
            </a:pPr>
            <a:r>
              <a:t>Bullet 2 body text row 3 on slide 56</a:t>
            </a:r>
          </a:p>
          <a:p>
            <a:pPr>
              <a:defRPr sz="1600"/>
            </a:pPr>
            <a:r>
              <a:t>Bullet 3 body text row 3 on slide 56</a:t>
            </a:r>
          </a:p>
          <a:p>
            <a:pPr>
              <a:defRPr sz="1200"/>
            </a:pPr>
            <a:r>
              <a:t>Bullet 4 body text row 3 on slide 56</a:t>
            </a:r>
          </a:p>
          <a:p>
            <a:pPr>
              <a:defRPr sz="1400"/>
            </a:pPr>
            <a:r>
              <a:t>Bullet 5 body text row 3 on slide 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56</a:t>
            </a:r>
          </a:p>
          <a:p>
            <a:pPr>
              <a:defRPr sz="1400"/>
            </a:pPr>
            <a:r>
              <a:t>Bullet 2 body text row 4 on slide 56</a:t>
            </a:r>
          </a:p>
          <a:p>
            <a:pPr>
              <a:defRPr sz="1600"/>
            </a:pPr>
            <a:r>
              <a:t>Bullet 3 body text row 4 on slide 56</a:t>
            </a:r>
          </a:p>
          <a:p>
            <a:pPr>
              <a:defRPr sz="1200"/>
            </a:pPr>
            <a:r>
              <a:t>Bullet 4 body text row 4 on slide 56</a:t>
            </a:r>
          </a:p>
          <a:p>
            <a:pPr>
              <a:defRPr sz="1400"/>
            </a:pPr>
            <a:r>
              <a:t>Bullet 5 body text row 4 on slide 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56</a:t>
            </a:r>
          </a:p>
          <a:p>
            <a:pPr>
              <a:defRPr sz="1400"/>
            </a:pPr>
            <a:r>
              <a:t>Bullet 2 body text row 5 on slide 56</a:t>
            </a:r>
          </a:p>
          <a:p>
            <a:pPr>
              <a:defRPr sz="1600"/>
            </a:pPr>
            <a:r>
              <a:t>Bullet 3 body text row 5 on slide 56</a:t>
            </a:r>
          </a:p>
          <a:p>
            <a:pPr>
              <a:defRPr sz="1200"/>
            </a:pPr>
            <a:r>
              <a:t>Bullet 4 body text row 5 on slide 56</a:t>
            </a:r>
          </a:p>
          <a:p>
            <a:pPr>
              <a:defRPr sz="1400"/>
            </a:pPr>
            <a:r>
              <a:t>Bullet 5 body text row 5 on slide 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56</a:t>
            </a:r>
          </a:p>
          <a:p>
            <a:pPr>
              <a:defRPr sz="1400"/>
            </a:pPr>
            <a:r>
              <a:t>Bullet 2 body text row 6 on slide 56</a:t>
            </a:r>
          </a:p>
          <a:p>
            <a:pPr>
              <a:defRPr sz="1600"/>
            </a:pPr>
            <a:r>
              <a:t>Bullet 3 body text row 6 on slide 56</a:t>
            </a:r>
          </a:p>
          <a:p>
            <a:pPr>
              <a:defRPr sz="1200"/>
            </a:pPr>
            <a:r>
              <a:t>Bullet 4 body text row 6 on slide 56</a:t>
            </a:r>
          </a:p>
          <a:p>
            <a:pPr>
              <a:defRPr sz="1400"/>
            </a:pPr>
            <a:r>
              <a:t>Bullet 5 body text row 6 on slide 56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57: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57</a:t>
            </a:r>
          </a:p>
          <a:p>
            <a:pPr>
              <a:defRPr sz="1400"/>
            </a:pPr>
            <a:r>
              <a:t>Bullet 2 body text row 1 on slide 57</a:t>
            </a:r>
          </a:p>
          <a:p>
            <a:pPr>
              <a:defRPr sz="1600"/>
            </a:pPr>
            <a:r>
              <a:t>Bullet 3 body text row 1 on slide 57</a:t>
            </a:r>
          </a:p>
          <a:p>
            <a:pPr>
              <a:defRPr sz="1200"/>
            </a:pPr>
            <a:r>
              <a:t>Bullet 4 body text row 1 on slide 57</a:t>
            </a:r>
          </a:p>
          <a:p>
            <a:pPr>
              <a:defRPr sz="1400"/>
            </a:pPr>
            <a:r>
              <a:t>Bullet 5 body text row 1 on slide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57</a:t>
            </a:r>
          </a:p>
          <a:p>
            <a:pPr>
              <a:defRPr sz="1400"/>
            </a:pPr>
            <a:r>
              <a:t>Bullet 2 body text row 2 on slide 57</a:t>
            </a:r>
          </a:p>
          <a:p>
            <a:pPr>
              <a:defRPr sz="1600"/>
            </a:pPr>
            <a:r>
              <a:t>Bullet 3 body text row 2 on slide 57</a:t>
            </a:r>
          </a:p>
          <a:p>
            <a:pPr>
              <a:defRPr sz="1200"/>
            </a:pPr>
            <a:r>
              <a:t>Bullet 4 body text row 2 on slide 57</a:t>
            </a:r>
          </a:p>
          <a:p>
            <a:pPr>
              <a:defRPr sz="1400"/>
            </a:pPr>
            <a:r>
              <a:t>Bullet 5 body text row 2 on slide 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57</a:t>
            </a:r>
          </a:p>
          <a:p>
            <a:pPr>
              <a:defRPr sz="1400"/>
            </a:pPr>
            <a:r>
              <a:t>Bullet 2 body text row 3 on slide 57</a:t>
            </a:r>
          </a:p>
          <a:p>
            <a:pPr>
              <a:defRPr sz="1600"/>
            </a:pPr>
            <a:r>
              <a:t>Bullet 3 body text row 3 on slide 57</a:t>
            </a:r>
          </a:p>
          <a:p>
            <a:pPr>
              <a:defRPr sz="1200"/>
            </a:pPr>
            <a:r>
              <a:t>Bullet 4 body text row 3 on slide 57</a:t>
            </a:r>
          </a:p>
          <a:p>
            <a:pPr>
              <a:defRPr sz="1400"/>
            </a:pPr>
            <a:r>
              <a:t>Bullet 5 body text row 3 on slide 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57</a:t>
            </a:r>
          </a:p>
          <a:p>
            <a:pPr>
              <a:defRPr sz="1400"/>
            </a:pPr>
            <a:r>
              <a:t>Bullet 2 body text row 4 on slide 57</a:t>
            </a:r>
          </a:p>
          <a:p>
            <a:pPr>
              <a:defRPr sz="1600"/>
            </a:pPr>
            <a:r>
              <a:t>Bullet 3 body text row 4 on slide 57</a:t>
            </a:r>
          </a:p>
          <a:p>
            <a:pPr>
              <a:defRPr sz="1200"/>
            </a:pPr>
            <a:r>
              <a:t>Bullet 4 body text row 4 on slide 57</a:t>
            </a:r>
          </a:p>
          <a:p>
            <a:pPr>
              <a:defRPr sz="1400"/>
            </a:pPr>
            <a:r>
              <a:t>Bullet 5 body text row 4 on slide 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57</a:t>
            </a:r>
          </a:p>
          <a:p>
            <a:pPr>
              <a:defRPr sz="1400"/>
            </a:pPr>
            <a:r>
              <a:t>Bullet 2 body text row 5 on slide 57</a:t>
            </a:r>
          </a:p>
          <a:p>
            <a:pPr>
              <a:defRPr sz="1600"/>
            </a:pPr>
            <a:r>
              <a:t>Bullet 3 body text row 5 on slide 57</a:t>
            </a:r>
          </a:p>
          <a:p>
            <a:pPr>
              <a:defRPr sz="1200"/>
            </a:pPr>
            <a:r>
              <a:t>Bullet 4 body text row 5 on slide 57</a:t>
            </a:r>
          </a:p>
          <a:p>
            <a:pPr>
              <a:defRPr sz="1400"/>
            </a:pPr>
            <a:r>
              <a:t>Bullet 5 body text row 5 on slide 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57</a:t>
            </a:r>
          </a:p>
          <a:p>
            <a:pPr>
              <a:defRPr sz="1400"/>
            </a:pPr>
            <a:r>
              <a:t>Bullet 2 body text row 6 on slide 57</a:t>
            </a:r>
          </a:p>
          <a:p>
            <a:pPr>
              <a:defRPr sz="1600"/>
            </a:pPr>
            <a:r>
              <a:t>Bullet 3 body text row 6 on slide 57</a:t>
            </a:r>
          </a:p>
          <a:p>
            <a:pPr>
              <a:defRPr sz="1200"/>
            </a:pPr>
            <a:r>
              <a:t>Bullet 4 body text row 6 on slide 57</a:t>
            </a:r>
          </a:p>
          <a:p>
            <a:pPr>
              <a:defRPr sz="1400"/>
            </a:pPr>
            <a:r>
              <a:t>Bullet 5 body text row 6 on slide 57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58: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58</a:t>
            </a:r>
          </a:p>
          <a:p>
            <a:pPr>
              <a:defRPr sz="1400"/>
            </a:pPr>
            <a:r>
              <a:t>Bullet 2 body text row 1 on slide 58</a:t>
            </a:r>
          </a:p>
          <a:p>
            <a:pPr>
              <a:defRPr sz="1600"/>
            </a:pPr>
            <a:r>
              <a:t>Bullet 3 body text row 1 on slide 58</a:t>
            </a:r>
          </a:p>
          <a:p>
            <a:pPr>
              <a:defRPr sz="1200"/>
            </a:pPr>
            <a:r>
              <a:t>Bullet 4 body text row 1 on slide 58</a:t>
            </a:r>
          </a:p>
          <a:p>
            <a:pPr>
              <a:defRPr sz="1400"/>
            </a:pPr>
            <a:r>
              <a:t>Bullet 5 body text row 1 on slide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58</a:t>
            </a:r>
          </a:p>
          <a:p>
            <a:pPr>
              <a:defRPr sz="1400"/>
            </a:pPr>
            <a:r>
              <a:t>Bullet 2 body text row 2 on slide 58</a:t>
            </a:r>
          </a:p>
          <a:p>
            <a:pPr>
              <a:defRPr sz="1600"/>
            </a:pPr>
            <a:r>
              <a:t>Bullet 3 body text row 2 on slide 58</a:t>
            </a:r>
          </a:p>
          <a:p>
            <a:pPr>
              <a:defRPr sz="1200"/>
            </a:pPr>
            <a:r>
              <a:t>Bullet 4 body text row 2 on slide 58</a:t>
            </a:r>
          </a:p>
          <a:p>
            <a:pPr>
              <a:defRPr sz="1400"/>
            </a:pPr>
            <a:r>
              <a:t>Bullet 5 body text row 2 on slide 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58</a:t>
            </a:r>
          </a:p>
          <a:p>
            <a:pPr>
              <a:defRPr sz="1400"/>
            </a:pPr>
            <a:r>
              <a:t>Bullet 2 body text row 3 on slide 58</a:t>
            </a:r>
          </a:p>
          <a:p>
            <a:pPr>
              <a:defRPr sz="1600"/>
            </a:pPr>
            <a:r>
              <a:t>Bullet 3 body text row 3 on slide 58</a:t>
            </a:r>
          </a:p>
          <a:p>
            <a:pPr>
              <a:defRPr sz="1200"/>
            </a:pPr>
            <a:r>
              <a:t>Bullet 4 body text row 3 on slide 58</a:t>
            </a:r>
          </a:p>
          <a:p>
            <a:pPr>
              <a:defRPr sz="1400"/>
            </a:pPr>
            <a:r>
              <a:t>Bullet 5 body text row 3 on slide 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58</a:t>
            </a:r>
          </a:p>
          <a:p>
            <a:pPr>
              <a:defRPr sz="1400"/>
            </a:pPr>
            <a:r>
              <a:t>Bullet 2 body text row 4 on slide 58</a:t>
            </a:r>
          </a:p>
          <a:p>
            <a:pPr>
              <a:defRPr sz="1600"/>
            </a:pPr>
            <a:r>
              <a:t>Bullet 3 body text row 4 on slide 58</a:t>
            </a:r>
          </a:p>
          <a:p>
            <a:pPr>
              <a:defRPr sz="1200"/>
            </a:pPr>
            <a:r>
              <a:t>Bullet 4 body text row 4 on slide 58</a:t>
            </a:r>
          </a:p>
          <a:p>
            <a:pPr>
              <a:defRPr sz="1400"/>
            </a:pPr>
            <a:r>
              <a:t>Bullet 5 body text row 4 on slide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58</a:t>
            </a:r>
          </a:p>
          <a:p>
            <a:pPr>
              <a:defRPr sz="1400"/>
            </a:pPr>
            <a:r>
              <a:t>Bullet 2 body text row 5 on slide 58</a:t>
            </a:r>
          </a:p>
          <a:p>
            <a:pPr>
              <a:defRPr sz="1600"/>
            </a:pPr>
            <a:r>
              <a:t>Bullet 3 body text row 5 on slide 58</a:t>
            </a:r>
          </a:p>
          <a:p>
            <a:pPr>
              <a:defRPr sz="1200"/>
            </a:pPr>
            <a:r>
              <a:t>Bullet 4 body text row 5 on slide 58</a:t>
            </a:r>
          </a:p>
          <a:p>
            <a:pPr>
              <a:defRPr sz="1400"/>
            </a:pPr>
            <a:r>
              <a:t>Bullet 5 body text row 5 on slide 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58</a:t>
            </a:r>
          </a:p>
          <a:p>
            <a:pPr>
              <a:defRPr sz="1400"/>
            </a:pPr>
            <a:r>
              <a:t>Bullet 2 body text row 6 on slide 58</a:t>
            </a:r>
          </a:p>
          <a:p>
            <a:pPr>
              <a:defRPr sz="1600"/>
            </a:pPr>
            <a:r>
              <a:t>Bullet 3 body text row 6 on slide 58</a:t>
            </a:r>
          </a:p>
          <a:p>
            <a:pPr>
              <a:defRPr sz="1200"/>
            </a:pPr>
            <a:r>
              <a:t>Bullet 4 body text row 6 on slide 58</a:t>
            </a:r>
          </a:p>
          <a:p>
            <a:pPr>
              <a:defRPr sz="1400"/>
            </a:pPr>
            <a:r>
              <a:t>Bullet 5 body text row 6 on slide 58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59: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59</a:t>
            </a:r>
          </a:p>
          <a:p>
            <a:pPr>
              <a:defRPr sz="1400"/>
            </a:pPr>
            <a:r>
              <a:t>Bullet 2 body text row 1 on slide 59</a:t>
            </a:r>
          </a:p>
          <a:p>
            <a:pPr>
              <a:defRPr sz="1600"/>
            </a:pPr>
            <a:r>
              <a:t>Bullet 3 body text row 1 on slide 59</a:t>
            </a:r>
          </a:p>
          <a:p>
            <a:pPr>
              <a:defRPr sz="1200"/>
            </a:pPr>
            <a:r>
              <a:t>Bullet 4 body text row 1 on slide 59</a:t>
            </a:r>
          </a:p>
          <a:p>
            <a:pPr>
              <a:defRPr sz="1400"/>
            </a:pPr>
            <a:r>
              <a:t>Bullet 5 body text row 1 on slide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59</a:t>
            </a:r>
          </a:p>
          <a:p>
            <a:pPr>
              <a:defRPr sz="1400"/>
            </a:pPr>
            <a:r>
              <a:t>Bullet 2 body text row 2 on slide 59</a:t>
            </a:r>
          </a:p>
          <a:p>
            <a:pPr>
              <a:defRPr sz="1600"/>
            </a:pPr>
            <a:r>
              <a:t>Bullet 3 body text row 2 on slide 59</a:t>
            </a:r>
          </a:p>
          <a:p>
            <a:pPr>
              <a:defRPr sz="1200"/>
            </a:pPr>
            <a:r>
              <a:t>Bullet 4 body text row 2 on slide 59</a:t>
            </a:r>
          </a:p>
          <a:p>
            <a:pPr>
              <a:defRPr sz="1400"/>
            </a:pPr>
            <a:r>
              <a:t>Bullet 5 body text row 2 on slide 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59</a:t>
            </a:r>
          </a:p>
          <a:p>
            <a:pPr>
              <a:defRPr sz="1400"/>
            </a:pPr>
            <a:r>
              <a:t>Bullet 2 body text row 3 on slide 59</a:t>
            </a:r>
          </a:p>
          <a:p>
            <a:pPr>
              <a:defRPr sz="1600"/>
            </a:pPr>
            <a:r>
              <a:t>Bullet 3 body text row 3 on slide 59</a:t>
            </a:r>
          </a:p>
          <a:p>
            <a:pPr>
              <a:defRPr sz="1200"/>
            </a:pPr>
            <a:r>
              <a:t>Bullet 4 body text row 3 on slide 59</a:t>
            </a:r>
          </a:p>
          <a:p>
            <a:pPr>
              <a:defRPr sz="1400"/>
            </a:pPr>
            <a:r>
              <a:t>Bullet 5 body text row 3 on slide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59</a:t>
            </a:r>
          </a:p>
          <a:p>
            <a:pPr>
              <a:defRPr sz="1400"/>
            </a:pPr>
            <a:r>
              <a:t>Bullet 2 body text row 4 on slide 59</a:t>
            </a:r>
          </a:p>
          <a:p>
            <a:pPr>
              <a:defRPr sz="1600"/>
            </a:pPr>
            <a:r>
              <a:t>Bullet 3 body text row 4 on slide 59</a:t>
            </a:r>
          </a:p>
          <a:p>
            <a:pPr>
              <a:defRPr sz="1200"/>
            </a:pPr>
            <a:r>
              <a:t>Bullet 4 body text row 4 on slide 59</a:t>
            </a:r>
          </a:p>
          <a:p>
            <a:pPr>
              <a:defRPr sz="1400"/>
            </a:pPr>
            <a:r>
              <a:t>Bullet 5 body text row 4 on slide 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59</a:t>
            </a:r>
          </a:p>
          <a:p>
            <a:pPr>
              <a:defRPr sz="1400"/>
            </a:pPr>
            <a:r>
              <a:t>Bullet 2 body text row 5 on slide 59</a:t>
            </a:r>
          </a:p>
          <a:p>
            <a:pPr>
              <a:defRPr sz="1600"/>
            </a:pPr>
            <a:r>
              <a:t>Bullet 3 body text row 5 on slide 59</a:t>
            </a:r>
          </a:p>
          <a:p>
            <a:pPr>
              <a:defRPr sz="1200"/>
            </a:pPr>
            <a:r>
              <a:t>Bullet 4 body text row 5 on slide 59</a:t>
            </a:r>
          </a:p>
          <a:p>
            <a:pPr>
              <a:defRPr sz="1400"/>
            </a:pPr>
            <a:r>
              <a:t>Bullet 5 body text row 5 on slide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59</a:t>
            </a:r>
          </a:p>
          <a:p>
            <a:pPr>
              <a:defRPr sz="1400"/>
            </a:pPr>
            <a:r>
              <a:t>Bullet 2 body text row 6 on slide 59</a:t>
            </a:r>
          </a:p>
          <a:p>
            <a:pPr>
              <a:defRPr sz="1600"/>
            </a:pPr>
            <a:r>
              <a:t>Bullet 3 body text row 6 on slide 59</a:t>
            </a:r>
          </a:p>
          <a:p>
            <a:pPr>
              <a:defRPr sz="1200"/>
            </a:pPr>
            <a:r>
              <a:t>Bullet 4 body text row 6 on slide 59</a:t>
            </a:r>
          </a:p>
          <a:p>
            <a:pPr>
              <a:defRPr sz="1400"/>
            </a:pPr>
            <a:r>
              <a:t>Bullet 5 body text row 6 on slide 59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60: performance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1 on slide 60</a:t>
            </a:r>
          </a:p>
          <a:p>
            <a:pPr>
              <a:defRPr sz="1400"/>
            </a:pPr>
            <a:r>
              <a:t>Bullet 2 body text row 1 on slide 60</a:t>
            </a:r>
          </a:p>
          <a:p>
            <a:pPr>
              <a:defRPr sz="1600"/>
            </a:pPr>
            <a:r>
              <a:t>Bullet 3 body text row 1 on slide 60</a:t>
            </a:r>
          </a:p>
          <a:p>
            <a:pPr>
              <a:defRPr sz="1200"/>
            </a:pPr>
            <a:r>
              <a:t>Bullet 4 body text row 1 on slide 60</a:t>
            </a:r>
          </a:p>
          <a:p>
            <a:pPr>
              <a:defRPr sz="1400"/>
            </a:pPr>
            <a:r>
              <a:t>Bullet 5 body text row 1 on slide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2 on slide 60</a:t>
            </a:r>
          </a:p>
          <a:p>
            <a:pPr>
              <a:defRPr sz="1400"/>
            </a:pPr>
            <a:r>
              <a:t>Bullet 2 body text row 2 on slide 60</a:t>
            </a:r>
          </a:p>
          <a:p>
            <a:pPr>
              <a:defRPr sz="1600"/>
            </a:pPr>
            <a:r>
              <a:t>Bullet 3 body text row 2 on slide 60</a:t>
            </a:r>
          </a:p>
          <a:p>
            <a:pPr>
              <a:defRPr sz="1200"/>
            </a:pPr>
            <a:r>
              <a:t>Bullet 4 body text row 2 on slide 60</a:t>
            </a:r>
          </a:p>
          <a:p>
            <a:pPr>
              <a:defRPr sz="1400"/>
            </a:pPr>
            <a:r>
              <a:t>Bullet 5 body text row 2 on slide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3 on slide 60</a:t>
            </a:r>
          </a:p>
          <a:p>
            <a:pPr>
              <a:defRPr sz="1400"/>
            </a:pPr>
            <a:r>
              <a:t>Bullet 2 body text row 3 on slide 60</a:t>
            </a:r>
          </a:p>
          <a:p>
            <a:pPr>
              <a:defRPr sz="1600"/>
            </a:pPr>
            <a:r>
              <a:t>Bullet 3 body text row 3 on slide 60</a:t>
            </a:r>
          </a:p>
          <a:p>
            <a:pPr>
              <a:defRPr sz="1200"/>
            </a:pPr>
            <a:r>
              <a:t>Bullet 4 body text row 3 on slide 60</a:t>
            </a:r>
          </a:p>
          <a:p>
            <a:pPr>
              <a:defRPr sz="1400"/>
            </a:pPr>
            <a:r>
              <a:t>Bullet 5 body text row 3 on slide 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4 on slide 60</a:t>
            </a:r>
          </a:p>
          <a:p>
            <a:pPr>
              <a:defRPr sz="1400"/>
            </a:pPr>
            <a:r>
              <a:t>Bullet 2 body text row 4 on slide 60</a:t>
            </a:r>
          </a:p>
          <a:p>
            <a:pPr>
              <a:defRPr sz="1600"/>
            </a:pPr>
            <a:r>
              <a:t>Bullet 3 body text row 4 on slide 60</a:t>
            </a:r>
          </a:p>
          <a:p>
            <a:pPr>
              <a:defRPr sz="1200"/>
            </a:pPr>
            <a:r>
              <a:t>Bullet 4 body text row 4 on slide 60</a:t>
            </a:r>
          </a:p>
          <a:p>
            <a:pPr>
              <a:defRPr sz="1400"/>
            </a:pPr>
            <a:r>
              <a:t>Bullet 5 body text row 4 on slide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5 on slide 60</a:t>
            </a:r>
          </a:p>
          <a:p>
            <a:pPr>
              <a:defRPr sz="1400"/>
            </a:pPr>
            <a:r>
              <a:t>Bullet 2 body text row 5 on slide 60</a:t>
            </a:r>
          </a:p>
          <a:p>
            <a:pPr>
              <a:defRPr sz="1600"/>
            </a:pPr>
            <a:r>
              <a:t>Bullet 3 body text row 5 on slide 60</a:t>
            </a:r>
          </a:p>
          <a:p>
            <a:pPr>
              <a:defRPr sz="1200"/>
            </a:pPr>
            <a:r>
              <a:t>Bullet 4 body text row 5 on slide 60</a:t>
            </a:r>
          </a:p>
          <a:p>
            <a:pPr>
              <a:defRPr sz="1400"/>
            </a:pPr>
            <a:r>
              <a:t>Bullet 5 body text row 5 on slide 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8404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Bullet 1 body text row 6 on slide 60</a:t>
            </a:r>
          </a:p>
          <a:p>
            <a:pPr>
              <a:defRPr sz="1400"/>
            </a:pPr>
            <a:r>
              <a:t>Bullet 2 body text row 6 on slide 60</a:t>
            </a:r>
          </a:p>
          <a:p>
            <a:pPr>
              <a:defRPr sz="1600"/>
            </a:pPr>
            <a:r>
              <a:t>Bullet 3 body text row 6 on slide 60</a:t>
            </a:r>
          </a:p>
          <a:p>
            <a:pPr>
              <a:defRPr sz="1200"/>
            </a:pPr>
            <a:r>
              <a:t>Bullet 4 body text row 6 on slide 60</a:t>
            </a:r>
          </a:p>
          <a:p>
            <a:pPr>
              <a:defRPr sz="1400"/>
            </a:pPr>
            <a:r>
              <a:t>Bullet 5 body text row 6 on slide 60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669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