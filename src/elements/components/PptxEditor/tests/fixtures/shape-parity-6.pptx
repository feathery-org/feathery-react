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9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2.xml"/>
  <Override ContentType="application/vnd.openxmlformats-officedocument.presentationml.slide+xml" PartName="/ppt/slides/slide24.xml"/>
  <Override ContentType="application/vnd.openxmlformats-officedocument.presentationml.slide+xml" PartName="/ppt/slides/slide1.xml"/>
  <Override ContentType="application/vnd.openxmlformats-officedocument.presentationml.presentation.main+xml" PartName="/ppt/presentation.xml"/>
  <Override ContentType="application/vnd.openxmlformats-officedocument.theme+xml" PartName="/ppt/theme/theme1.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5"/>
  </p:sldMasterIdLst>
  <p:sldIdLst>
    <p:sldId id="256" r:id="rId7"/>
    <p:sldId id="277" r:id="rId28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_rels/presentation.xml.rels><Relationships xmlns="http://schemas.openxmlformats.org/package/2006/relationships"><Relationship Id="rId5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30" Type="http://schemas.openxmlformats.org/officeDocument/2006/relationships/slide" Target="slides/slide24.xml"/><Relationship Id="rId28" Type="http://schemas.openxmlformats.org/officeDocument/2006/relationships/slide" Target="slides/slide22.xml"/></Relationships>
</file>

<file path=ppt/slideLayouts/_rels/slideLayout12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8" name="Google Shape;58;p14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59" name="Google Shape;59;p14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0" name="Google Shape;60;p14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61" name="Google Shape;61;p14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62" name="Google Shape;62;p14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0" name="Google Shape;240;p37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1" name="Google Shape;241;p37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2" name="Google Shape;242;p37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3" name="Google Shape;243;p37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44" name="Google Shape;244;p37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Masters/_rels/slideMaster2.xml.rels><Relationships xmlns="http://schemas.openxmlformats.org/package/2006/relationships"><Relationship Id="rId44" Type="http://schemas.openxmlformats.org/officeDocument/2006/relationships/theme" Target="../theme/theme1.xml"/></Relationships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41375" y="356475"/>
            <a:ext cx="2860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7400" y="1551575"/>
            <a:ext cx="56664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pos="144">
          <p15:clr>
            <a:srgbClr val="E46962"/>
          </p15:clr>
        </p15:guide>
        <p15:guide id="4" orient="horz" pos="3096">
          <p15:clr>
            <a:srgbClr val="E46962"/>
          </p15:clr>
        </p15:guide>
      </p15:sldGuideLst>
    </p:ext>
  </p:extLst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 txBox="1"/>
          <p:nvPr>
            <p:ph idx="1" type="subTitle"/>
          </p:nvPr>
        </p:nvSpPr>
        <p:spPr>
          <a:xfrm>
            <a:off x="4897375" y="2609925"/>
            <a:ext cx="3679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46" name="Google Shape;346;p57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Facilitation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oogle Shape;737;p78"/>
          <p:cNvGrpSpPr/>
          <p:nvPr/>
        </p:nvGrpSpPr>
        <p:grpSpPr>
          <a:xfrm>
            <a:off x="228600" y="229900"/>
            <a:ext cx="8686800" cy="4682648"/>
            <a:chOff x="228600" y="229900"/>
            <a:chExt cx="8686800" cy="4682648"/>
          </a:xfrm>
        </p:grpSpPr>
        <p:sp>
          <p:nvSpPr>
            <p:cNvPr id="738" name="Google Shape;738;p78"/>
            <p:cNvSpPr/>
            <p:nvPr/>
          </p:nvSpPr>
          <p:spPr>
            <a:xfrm>
              <a:off x="228600" y="1697400"/>
              <a:ext cx="2023500" cy="1748700"/>
            </a:xfrm>
            <a:prstGeom prst="roundRect">
              <a:avLst>
                <a:gd fmla="val 990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9" name="Google Shape;739;p78"/>
            <p:cNvSpPr/>
            <p:nvPr/>
          </p:nvSpPr>
          <p:spPr>
            <a:xfrm>
              <a:off x="3078450" y="500538"/>
              <a:ext cx="2023500" cy="1748700"/>
            </a:xfrm>
            <a:prstGeom prst="roundRect">
              <a:avLst>
                <a:gd fmla="val 990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0" name="Google Shape;740;p78"/>
            <p:cNvSpPr/>
            <p:nvPr/>
          </p:nvSpPr>
          <p:spPr>
            <a:xfrm>
              <a:off x="3078450" y="2884588"/>
              <a:ext cx="2023500" cy="1748700"/>
            </a:xfrm>
            <a:prstGeom prst="roundRect">
              <a:avLst>
                <a:gd fmla="val 990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1" name="Google Shape;741;p78"/>
            <p:cNvSpPr/>
            <p:nvPr/>
          </p:nvSpPr>
          <p:spPr>
            <a:xfrm>
              <a:off x="5928300" y="229900"/>
              <a:ext cx="2987100" cy="1108500"/>
            </a:xfrm>
            <a:prstGeom prst="roundRect">
              <a:avLst>
                <a:gd fmla="val 122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2" name="Google Shape;742;p78"/>
            <p:cNvSpPr/>
            <p:nvPr/>
          </p:nvSpPr>
          <p:spPr>
            <a:xfrm>
              <a:off x="5928300" y="1421287"/>
              <a:ext cx="2987100" cy="1108500"/>
            </a:xfrm>
            <a:prstGeom prst="roundRect">
              <a:avLst>
                <a:gd fmla="val 122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3" name="Google Shape;743;p78"/>
            <p:cNvSpPr/>
            <p:nvPr/>
          </p:nvSpPr>
          <p:spPr>
            <a:xfrm>
              <a:off x="5928300" y="2612673"/>
              <a:ext cx="2987100" cy="1108500"/>
            </a:xfrm>
            <a:prstGeom prst="roundRect">
              <a:avLst>
                <a:gd fmla="val 122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4" name="Google Shape;744;p78"/>
            <p:cNvSpPr/>
            <p:nvPr/>
          </p:nvSpPr>
          <p:spPr>
            <a:xfrm>
              <a:off x="5928300" y="3804048"/>
              <a:ext cx="2987100" cy="1108500"/>
            </a:xfrm>
            <a:prstGeom prst="roundRect">
              <a:avLst>
                <a:gd fmla="val 122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45" name="Google Shape;745;p78"/>
            <p:cNvGrpSpPr/>
            <p:nvPr/>
          </p:nvGrpSpPr>
          <p:grpSpPr>
            <a:xfrm>
              <a:off x="2252100" y="1378800"/>
              <a:ext cx="826300" cy="2385900"/>
              <a:chOff x="2252100" y="1378800"/>
              <a:chExt cx="826300" cy="2385900"/>
            </a:xfrm>
          </p:grpSpPr>
          <p:sp>
            <p:nvSpPr>
              <p:cNvPr id="746" name="Google Shape;746;p78"/>
              <p:cNvSpPr/>
              <p:nvPr/>
            </p:nvSpPr>
            <p:spPr>
              <a:xfrm>
                <a:off x="2661700" y="1378800"/>
                <a:ext cx="416700" cy="2385900"/>
              </a:xfrm>
              <a:prstGeom prst="leftBracket">
                <a:avLst>
                  <a:gd fmla="val 116984" name="adj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cxnSp>
            <p:nvCxnSpPr>
              <p:cNvPr id="747" name="Google Shape;747;p78"/>
              <p:cNvCxnSpPr>
                <a:stCxn id="738" idx="3"/>
                <a:endCxn id="746" idx="1"/>
              </p:cNvCxnSpPr>
              <p:nvPr/>
            </p:nvCxnSpPr>
            <p:spPr>
              <a:xfrm>
                <a:off x="2252100" y="2571750"/>
                <a:ext cx="4095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48" name="Google Shape;748;p78"/>
            <p:cNvGrpSpPr/>
            <p:nvPr/>
          </p:nvGrpSpPr>
          <p:grpSpPr>
            <a:xfrm>
              <a:off x="5101950" y="660450"/>
              <a:ext cx="826400" cy="1428900"/>
              <a:chOff x="5101950" y="660450"/>
              <a:chExt cx="826400" cy="1428900"/>
            </a:xfrm>
          </p:grpSpPr>
          <p:sp>
            <p:nvSpPr>
              <p:cNvPr id="749" name="Google Shape;749;p78"/>
              <p:cNvSpPr/>
              <p:nvPr/>
            </p:nvSpPr>
            <p:spPr>
              <a:xfrm>
                <a:off x="5518850" y="660450"/>
                <a:ext cx="409500" cy="1428900"/>
              </a:xfrm>
              <a:prstGeom prst="leftBracket">
                <a:avLst>
                  <a:gd fmla="val 116984" name="adj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cxnSp>
            <p:nvCxnSpPr>
              <p:cNvPr id="750" name="Google Shape;750;p78"/>
              <p:cNvCxnSpPr>
                <a:stCxn id="739" idx="3"/>
                <a:endCxn id="749" idx="1"/>
              </p:cNvCxnSpPr>
              <p:nvPr/>
            </p:nvCxnSpPr>
            <p:spPr>
              <a:xfrm>
                <a:off x="5101950" y="1374888"/>
                <a:ext cx="41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51" name="Google Shape;751;p78"/>
            <p:cNvGrpSpPr/>
            <p:nvPr/>
          </p:nvGrpSpPr>
          <p:grpSpPr>
            <a:xfrm>
              <a:off x="5101950" y="3044500"/>
              <a:ext cx="826500" cy="1428900"/>
              <a:chOff x="5101950" y="3044500"/>
              <a:chExt cx="826500" cy="1428900"/>
            </a:xfrm>
          </p:grpSpPr>
          <p:sp>
            <p:nvSpPr>
              <p:cNvPr id="752" name="Google Shape;752;p78"/>
              <p:cNvSpPr/>
              <p:nvPr/>
            </p:nvSpPr>
            <p:spPr>
              <a:xfrm>
                <a:off x="5518950" y="3044500"/>
                <a:ext cx="409500" cy="1428900"/>
              </a:xfrm>
              <a:prstGeom prst="leftBracket">
                <a:avLst>
                  <a:gd fmla="val 116984" name="adj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cxnSp>
            <p:nvCxnSpPr>
              <p:cNvPr id="753" name="Google Shape;753;p78"/>
              <p:cNvCxnSpPr>
                <a:endCxn id="752" idx="1"/>
              </p:cNvCxnSpPr>
              <p:nvPr/>
            </p:nvCxnSpPr>
            <p:spPr>
              <a:xfrm>
                <a:off x="5101950" y="3758950"/>
                <a:ext cx="41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54" name="Google Shape;754;p78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an idealized user journey for your product or service, one touchpoint at a time.</a:t>
            </a:r>
            <a:endParaRPr/>
          </a:p>
        </p:txBody>
      </p:sp>
      <p:sp>
        <p:nvSpPr>
          <p:cNvPr id="755" name="Google Shape;755;p78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step, such as users becoming aware of your product or service.</a:t>
            </a:r>
            <a:endParaRPr/>
          </a:p>
        </p:txBody>
      </p:sp>
      <p:sp>
        <p:nvSpPr>
          <p:cNvPr id="756" name="Google Shape;756;p78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step, such as returning users looking to upgrade your product or service.</a:t>
            </a:r>
            <a:endParaRPr/>
          </a:p>
        </p:txBody>
      </p:sp>
      <p:sp>
        <p:nvSpPr>
          <p:cNvPr id="757" name="Google Shape;757;p78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step, such as users purchasing or signing up for your product or service.</a:t>
            </a:r>
            <a:endParaRPr/>
          </a:p>
        </p:txBody>
      </p:sp>
      <p:sp>
        <p:nvSpPr>
          <p:cNvPr id="758" name="Google Shape;758;p78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step, even if it’s a negative outcome, such as users deciding not to buy.</a:t>
            </a:r>
            <a:endParaRPr/>
          </a:p>
        </p:txBody>
      </p:sp>
      <p:sp>
        <p:nvSpPr>
          <p:cNvPr id="759" name="Google Shape;759;p78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step, such as users downloading an upgrade or trying out alternative products in-store.</a:t>
            </a:r>
            <a:endParaRPr/>
          </a:p>
        </p:txBody>
      </p:sp>
      <p:sp>
        <p:nvSpPr>
          <p:cNvPr id="760" name="Google Shape;760;p78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step, making sure each step follows the previous ones to create multiple hypothetical paths for your users. Duplicate this slide if needed.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0"/>
          <p:cNvSpPr/>
          <p:nvPr/>
        </p:nvSpPr>
        <p:spPr>
          <a:xfrm rot="5400000">
            <a:off x="4085675" y="-2283925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2" name="Google Shape;792;p80"/>
          <p:cNvGrpSpPr/>
          <p:nvPr/>
        </p:nvGrpSpPr>
        <p:grpSpPr>
          <a:xfrm>
            <a:off x="8303624" y="2057923"/>
            <a:ext cx="507910" cy="230400"/>
            <a:chOff x="8303624" y="2057923"/>
            <a:chExt cx="507910" cy="230400"/>
          </a:xfrm>
        </p:grpSpPr>
        <p:sp>
          <p:nvSpPr>
            <p:cNvPr id="793" name="Google Shape;793;p80"/>
            <p:cNvSpPr/>
            <p:nvPr/>
          </p:nvSpPr>
          <p:spPr>
            <a:xfrm>
              <a:off x="8548734" y="2057923"/>
              <a:ext cx="262800" cy="2304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4" name="Google Shape;794;p80"/>
            <p:cNvSpPr/>
            <p:nvPr/>
          </p:nvSpPr>
          <p:spPr>
            <a:xfrm flipH="1">
              <a:off x="8303624" y="2057923"/>
              <a:ext cx="262800" cy="2304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95" name="Google Shape;795;p80"/>
          <p:cNvSpPr/>
          <p:nvPr/>
        </p:nvSpPr>
        <p:spPr>
          <a:xfrm rot="5400000">
            <a:off x="4085675" y="-3093400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6" name="Google Shape;796;p80"/>
          <p:cNvGrpSpPr/>
          <p:nvPr/>
        </p:nvGrpSpPr>
        <p:grpSpPr>
          <a:xfrm>
            <a:off x="8444109" y="1249761"/>
            <a:ext cx="227100" cy="214646"/>
            <a:chOff x="8444109" y="1249761"/>
            <a:chExt cx="227100" cy="214646"/>
          </a:xfrm>
        </p:grpSpPr>
        <p:sp>
          <p:nvSpPr>
            <p:cNvPr id="797" name="Google Shape;797;p80"/>
            <p:cNvSpPr/>
            <p:nvPr/>
          </p:nvSpPr>
          <p:spPr>
            <a:xfrm>
              <a:off x="8444109" y="1249761"/>
              <a:ext cx="227100" cy="972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8" name="Google Shape;798;p80"/>
            <p:cNvSpPr/>
            <p:nvPr/>
          </p:nvSpPr>
          <p:spPr>
            <a:xfrm>
              <a:off x="8444109" y="1367207"/>
              <a:ext cx="227100" cy="972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99" name="Google Shape;799;p80"/>
          <p:cNvSpPr/>
          <p:nvPr/>
        </p:nvSpPr>
        <p:spPr>
          <a:xfrm rot="5400000">
            <a:off x="4085675" y="-664687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80"/>
          <p:cNvSpPr/>
          <p:nvPr/>
        </p:nvSpPr>
        <p:spPr>
          <a:xfrm>
            <a:off x="8433087" y="3661875"/>
            <a:ext cx="249000" cy="249000"/>
          </a:xfrm>
          <a:prstGeom prst="donut">
            <a:avLst>
              <a:gd fmla="val 25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1" name="Google Shape;801;p80"/>
          <p:cNvSpPr/>
          <p:nvPr/>
        </p:nvSpPr>
        <p:spPr>
          <a:xfrm rot="5400000">
            <a:off x="4085675" y="-1474312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80"/>
          <p:cNvSpPr/>
          <p:nvPr/>
        </p:nvSpPr>
        <p:spPr>
          <a:xfrm>
            <a:off x="8433088" y="2857555"/>
            <a:ext cx="249000" cy="248700"/>
          </a:xfrm>
          <a:prstGeom prst="plaque">
            <a:avLst>
              <a:gd fmla="val 4491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80"/>
          <p:cNvSpPr/>
          <p:nvPr/>
        </p:nvSpPr>
        <p:spPr>
          <a:xfrm>
            <a:off x="228600" y="229900"/>
            <a:ext cx="882000" cy="2928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Next steps</a:t>
            </a:r>
            <a:endParaRPr sz="1000">
              <a:solidFill>
                <a:schemeClr val="l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804" name="Google Shape;804;p80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Based on the results of these activities, add action items with owners and timeframes.</a:t>
            </a:r>
            <a:endParaRPr/>
          </a:p>
        </p:txBody>
      </p:sp>
      <p:sp>
        <p:nvSpPr>
          <p:cNvPr id="805" name="Google Shape;805;p80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action items with owners and timeframes.</a:t>
            </a:r>
            <a:endParaRPr/>
          </a:p>
        </p:txBody>
      </p:sp>
      <p:sp>
        <p:nvSpPr>
          <p:cNvPr id="806" name="Google Shape;806;p80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action items with owners and timeframes.</a:t>
            </a:r>
            <a:endParaRPr/>
          </a:p>
        </p:txBody>
      </p:sp>
      <p:sp>
        <p:nvSpPr>
          <p:cNvPr id="807" name="Google Shape;807;p80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action items with owners and timeframes.</a:t>
            </a:r>
            <a:endParaRPr/>
          </a:p>
        </p:txBody>
      </p:sp>
      <p:sp>
        <p:nvSpPr>
          <p:cNvPr id="808" name="Google Shape;808;p80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09" name="Google Shape;809;p80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10" name="Google Shape;810;p80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811" name="Google Shape;811;p80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10100F"/>
      </a:dk1>
      <a:lt1>
        <a:srgbClr val="F8F3EC"/>
      </a:lt1>
      <a:dk2>
        <a:srgbClr val="810100"/>
      </a:dk2>
      <a:lt2>
        <a:srgbClr val="F8F3EC"/>
      </a:lt2>
      <a:accent1>
        <a:srgbClr val="B82D2D"/>
      </a:accent1>
      <a:accent2>
        <a:srgbClr val="FB6058"/>
      </a:accent2>
      <a:accent3>
        <a:srgbClr val="FFD979"/>
      </a:accent3>
      <a:accent4>
        <a:srgbClr val="FFADA8"/>
      </a:accent4>
      <a:accent5>
        <a:srgbClr val="570100"/>
      </a:accent5>
      <a:accent6>
        <a:srgbClr val="303030"/>
      </a:accent6>
      <a:hlink>
        <a:srgbClr val="FC6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